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65" r:id="rId3"/>
    <p:sldId id="269" r:id="rId4"/>
    <p:sldId id="258" r:id="rId5"/>
    <p:sldId id="267" r:id="rId6"/>
    <p:sldId id="257" r:id="rId7"/>
    <p:sldId id="259" r:id="rId8"/>
    <p:sldId id="260" r:id="rId9"/>
    <p:sldId id="264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6C1"/>
    <a:srgbClr val="C95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C4926-A185-BC0F-3B6B-02E276E1A26F}" v="11" dt="2026-03-11T19:54:16.169"/>
    <p1510:client id="{7B7E9180-178E-D02F-A3B9-7109461313C5}" v="32" dt="2026-03-11T19:03:54.358"/>
    <p1510:client id="{8338457E-3EE4-C2F2-F916-9ED51DFD3B75}" v="217" dt="2026-03-11T18:36:05.609"/>
    <p1510:client id="{D3D432AD-B618-23BB-154D-2C2ED8640689}" v="12" dt="2026-03-11T19:03:51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yar@udel.edu" userId="S::urn:spo:guest#daniyar@udel.edu::" providerId="AD" clId="Web-{D3D432AD-B618-23BB-154D-2C2ED8640689}"/>
    <pc:docChg chg="modSld">
      <pc:chgData name="daniyar@udel.edu" userId="S::urn:spo:guest#daniyar@udel.edu::" providerId="AD" clId="Web-{D3D432AD-B618-23BB-154D-2C2ED8640689}" dt="2026-03-11T19:03:49.756" v="8" actId="20577"/>
      <pc:docMkLst>
        <pc:docMk/>
      </pc:docMkLst>
      <pc:sldChg chg="modSp">
        <pc:chgData name="daniyar@udel.edu" userId="S::urn:spo:guest#daniyar@udel.edu::" providerId="AD" clId="Web-{D3D432AD-B618-23BB-154D-2C2ED8640689}" dt="2026-03-11T19:03:49.756" v="8" actId="20577"/>
        <pc:sldMkLst>
          <pc:docMk/>
          <pc:sldMk cId="0" sldId="259"/>
        </pc:sldMkLst>
        <pc:spChg chg="mod">
          <ac:chgData name="daniyar@udel.edu" userId="S::urn:spo:guest#daniyar@udel.edu::" providerId="AD" clId="Web-{D3D432AD-B618-23BB-154D-2C2ED8640689}" dt="2026-03-11T19:03:49.756" v="8" actId="20577"/>
          <ac:spMkLst>
            <pc:docMk/>
            <pc:sldMk cId="0" sldId="259"/>
            <ac:spMk id="2" creationId="{5C8A1F3F-E0DF-05ED-AD30-C2A92D0D75A3}"/>
          </ac:spMkLst>
        </pc:spChg>
      </pc:sldChg>
    </pc:docChg>
  </pc:docChgLst>
  <pc:docChgLst>
    <pc:chgData name="kalyanik@udel.edu" userId="S::urn:spo:guest#kalyanik@udel.edu::" providerId="AD" clId="Web-{8338457E-3EE4-C2F2-F916-9ED51DFD3B75}"/>
    <pc:docChg chg="modSld">
      <pc:chgData name="kalyanik@udel.edu" userId="S::urn:spo:guest#kalyanik@udel.edu::" providerId="AD" clId="Web-{8338457E-3EE4-C2F2-F916-9ED51DFD3B75}" dt="2026-03-11T18:36:05.609" v="171" actId="1076"/>
      <pc:docMkLst>
        <pc:docMk/>
      </pc:docMkLst>
      <pc:sldChg chg="modSp">
        <pc:chgData name="kalyanik@udel.edu" userId="S::urn:spo:guest#kalyanik@udel.edu::" providerId="AD" clId="Web-{8338457E-3EE4-C2F2-F916-9ED51DFD3B75}" dt="2026-03-11T18:34:47.746" v="170" actId="20577"/>
        <pc:sldMkLst>
          <pc:docMk/>
          <pc:sldMk cId="0" sldId="257"/>
        </pc:sldMkLst>
        <pc:spChg chg="mod">
          <ac:chgData name="kalyanik@udel.edu" userId="S::urn:spo:guest#kalyanik@udel.edu::" providerId="AD" clId="Web-{8338457E-3EE4-C2F2-F916-9ED51DFD3B75}" dt="2026-03-11T18:34:47.746" v="170" actId="20577"/>
          <ac:spMkLst>
            <pc:docMk/>
            <pc:sldMk cId="0" sldId="257"/>
            <ac:spMk id="4" creationId="{0D9D9E5B-DB5A-70C1-8B34-7B85D023791D}"/>
          </ac:spMkLst>
        </pc:spChg>
      </pc:sldChg>
      <pc:sldChg chg="modSp">
        <pc:chgData name="kalyanik@udel.edu" userId="S::urn:spo:guest#kalyanik@udel.edu::" providerId="AD" clId="Web-{8338457E-3EE4-C2F2-F916-9ED51DFD3B75}" dt="2026-03-11T17:58:28.123" v="26" actId="1076"/>
        <pc:sldMkLst>
          <pc:docMk/>
          <pc:sldMk cId="0" sldId="258"/>
        </pc:sldMkLst>
        <pc:spChg chg="mod">
          <ac:chgData name="kalyanik@udel.edu" userId="S::urn:spo:guest#kalyanik@udel.edu::" providerId="AD" clId="Web-{8338457E-3EE4-C2F2-F916-9ED51DFD3B75}" dt="2026-03-11T17:58:28.123" v="26" actId="1076"/>
          <ac:spMkLst>
            <pc:docMk/>
            <pc:sldMk cId="0" sldId="258"/>
            <ac:spMk id="17" creationId="{A7ACB308-3F9C-B0C5-6A24-9E9CC8330F02}"/>
          </ac:spMkLst>
        </pc:spChg>
      </pc:sldChg>
      <pc:sldChg chg="addSp modSp modNotes">
        <pc:chgData name="kalyanik@udel.edu" userId="S::urn:spo:guest#kalyanik@udel.edu::" providerId="AD" clId="Web-{8338457E-3EE4-C2F2-F916-9ED51DFD3B75}" dt="2026-03-11T18:36:05.609" v="171" actId="1076"/>
        <pc:sldMkLst>
          <pc:docMk/>
          <pc:sldMk cId="0" sldId="259"/>
        </pc:sldMkLst>
        <pc:spChg chg="add mod">
          <ac:chgData name="kalyanik@udel.edu" userId="S::urn:spo:guest#kalyanik@udel.edu::" providerId="AD" clId="Web-{8338457E-3EE4-C2F2-F916-9ED51DFD3B75}" dt="2026-03-11T18:07:07.992" v="109" actId="1076"/>
          <ac:spMkLst>
            <pc:docMk/>
            <pc:sldMk cId="0" sldId="259"/>
            <ac:spMk id="2" creationId="{5C8A1F3F-E0DF-05ED-AD30-C2A92D0D75A3}"/>
          </ac:spMkLst>
        </pc:spChg>
        <pc:spChg chg="mod">
          <ac:chgData name="kalyanik@udel.edu" userId="S::urn:spo:guest#kalyanik@udel.edu::" providerId="AD" clId="Web-{8338457E-3EE4-C2F2-F916-9ED51DFD3B75}" dt="2026-03-11T18:07:14.227" v="110" actId="1076"/>
          <ac:spMkLst>
            <pc:docMk/>
            <pc:sldMk cId="0" sldId="259"/>
            <ac:spMk id="4" creationId="{D810627E-1FE7-91F9-8B43-A550D8B76D21}"/>
          </ac:spMkLst>
        </pc:spChg>
        <pc:spChg chg="mod">
          <ac:chgData name="kalyanik@udel.edu" userId="S::urn:spo:guest#kalyanik@udel.edu::" providerId="AD" clId="Web-{8338457E-3EE4-C2F2-F916-9ED51DFD3B75}" dt="2026-03-11T18:07:14.242" v="112" actId="1076"/>
          <ac:spMkLst>
            <pc:docMk/>
            <pc:sldMk cId="0" sldId="259"/>
            <ac:spMk id="10" creationId="{64DB550C-A32D-91BB-B204-D6645337E847}"/>
          </ac:spMkLst>
        </pc:spChg>
        <pc:spChg chg="mod">
          <ac:chgData name="kalyanik@udel.edu" userId="S::urn:spo:guest#kalyanik@udel.edu::" providerId="AD" clId="Web-{8338457E-3EE4-C2F2-F916-9ED51DFD3B75}" dt="2026-03-11T18:12:18.848" v="143" actId="1076"/>
          <ac:spMkLst>
            <pc:docMk/>
            <pc:sldMk cId="0" sldId="259"/>
            <ac:spMk id="15" creationId="{6667702A-FC18-53D1-C919-448F96EB8D6D}"/>
          </ac:spMkLst>
        </pc:spChg>
        <pc:spChg chg="mod">
          <ac:chgData name="kalyanik@udel.edu" userId="S::urn:spo:guest#kalyanik@udel.edu::" providerId="AD" clId="Web-{8338457E-3EE4-C2F2-F916-9ED51DFD3B75}" dt="2026-03-11T18:12:23.708" v="150" actId="1076"/>
          <ac:spMkLst>
            <pc:docMk/>
            <pc:sldMk cId="0" sldId="259"/>
            <ac:spMk id="22" creationId="{39098B08-375B-5428-1F0E-A2D5773F9325}"/>
          </ac:spMkLst>
        </pc:spChg>
        <pc:spChg chg="mod">
          <ac:chgData name="kalyanik@udel.edu" userId="S::urn:spo:guest#kalyanik@udel.edu::" providerId="AD" clId="Web-{8338457E-3EE4-C2F2-F916-9ED51DFD3B75}" dt="2026-03-11T18:07:43.007" v="118" actId="1076"/>
          <ac:spMkLst>
            <pc:docMk/>
            <pc:sldMk cId="0" sldId="259"/>
            <ac:spMk id="24" creationId="{5BF6A288-2980-52C4-5A7C-D9A1E9FF9FE3}"/>
          </ac:spMkLst>
        </pc:spChg>
        <pc:spChg chg="mod">
          <ac:chgData name="kalyanik@udel.edu" userId="S::urn:spo:guest#kalyanik@udel.edu::" providerId="AD" clId="Web-{8338457E-3EE4-C2F2-F916-9ED51DFD3B75}" dt="2026-03-11T18:07:00.930" v="107" actId="14100"/>
          <ac:spMkLst>
            <pc:docMk/>
            <pc:sldMk cId="0" sldId="259"/>
            <ac:spMk id="25" creationId="{99A7430B-E624-9B0E-469C-1ADA8D0D7134}"/>
          </ac:spMkLst>
        </pc:spChg>
        <pc:spChg chg="mod">
          <ac:chgData name="kalyanik@udel.edu" userId="S::urn:spo:guest#kalyanik@udel.edu::" providerId="AD" clId="Web-{8338457E-3EE4-C2F2-F916-9ED51DFD3B75}" dt="2026-03-11T18:06:51.384" v="104" actId="14100"/>
          <ac:spMkLst>
            <pc:docMk/>
            <pc:sldMk cId="0" sldId="259"/>
            <ac:spMk id="26" creationId="{C878D9E6-99EF-CD19-2639-8157278FE92D}"/>
          </ac:spMkLst>
        </pc:spChg>
        <pc:spChg chg="mod">
          <ac:chgData name="kalyanik@udel.edu" userId="S::urn:spo:guest#kalyanik@udel.edu::" providerId="AD" clId="Web-{8338457E-3EE4-C2F2-F916-9ED51DFD3B75}" dt="2026-03-11T18:36:05.609" v="171" actId="1076"/>
          <ac:spMkLst>
            <pc:docMk/>
            <pc:sldMk cId="0" sldId="259"/>
            <ac:spMk id="28" creationId="{C216D110-314B-D542-61DB-A4C9C620D0B9}"/>
          </ac:spMkLst>
        </pc:spChg>
        <pc:spChg chg="mod">
          <ac:chgData name="kalyanik@udel.edu" userId="S::urn:spo:guest#kalyanik@udel.edu::" providerId="AD" clId="Web-{8338457E-3EE4-C2F2-F916-9ED51DFD3B75}" dt="2026-03-11T18:06:51.415" v="106" actId="14100"/>
          <ac:spMkLst>
            <pc:docMk/>
            <pc:sldMk cId="0" sldId="259"/>
            <ac:spMk id="30" creationId="{96E37E81-76CB-6AC5-5A4C-19B419410863}"/>
          </ac:spMkLst>
        </pc:spChg>
        <pc:spChg chg="mod">
          <ac:chgData name="kalyanik@udel.edu" userId="S::urn:spo:guest#kalyanik@udel.edu::" providerId="AD" clId="Web-{8338457E-3EE4-C2F2-F916-9ED51DFD3B75}" dt="2026-03-11T17:58:07.139" v="24" actId="1076"/>
          <ac:spMkLst>
            <pc:docMk/>
            <pc:sldMk cId="0" sldId="259"/>
            <ac:spMk id="31" creationId="{204F921C-4443-ECA8-F8A8-BA66BEE2A5AD}"/>
          </ac:spMkLst>
        </pc:spChg>
        <pc:grpChg chg="mod">
          <ac:chgData name="kalyanik@udel.edu" userId="S::urn:spo:guest#kalyanik@udel.edu::" providerId="AD" clId="Web-{8338457E-3EE4-C2F2-F916-9ED51DFD3B75}" dt="2026-03-11T18:07:14.227" v="111" actId="1076"/>
          <ac:grpSpMkLst>
            <pc:docMk/>
            <pc:sldMk cId="0" sldId="259"/>
            <ac:grpSpMk id="7" creationId="{416E9D9E-192A-9864-C3F4-9EFC53510104}"/>
          </ac:grpSpMkLst>
        </pc:grpChg>
      </pc:sldChg>
      <pc:sldChg chg="modSp">
        <pc:chgData name="kalyanik@udel.edu" userId="S::urn:spo:guest#kalyanik@udel.edu::" providerId="AD" clId="Web-{8338457E-3EE4-C2F2-F916-9ED51DFD3B75}" dt="2026-03-11T18:12:22.489" v="149" actId="20577"/>
        <pc:sldMkLst>
          <pc:docMk/>
          <pc:sldMk cId="0" sldId="260"/>
        </pc:sldMkLst>
        <pc:spChg chg="mod">
          <ac:chgData name="kalyanik@udel.edu" userId="S::urn:spo:guest#kalyanik@udel.edu::" providerId="AD" clId="Web-{8338457E-3EE4-C2F2-F916-9ED51DFD3B75}" dt="2026-03-11T18:12:22.489" v="149" actId="20577"/>
          <ac:spMkLst>
            <pc:docMk/>
            <pc:sldMk cId="0" sldId="260"/>
            <ac:spMk id="6" creationId="{03C19131-5BFB-B113-925C-73925F466090}"/>
          </ac:spMkLst>
        </pc:spChg>
        <pc:spChg chg="mod">
          <ac:chgData name="kalyanik@udel.edu" userId="S::urn:spo:guest#kalyanik@udel.edu::" providerId="AD" clId="Web-{8338457E-3EE4-C2F2-F916-9ED51DFD3B75}" dt="2026-03-11T18:12:21.583" v="147" actId="20577"/>
          <ac:spMkLst>
            <pc:docMk/>
            <pc:sldMk cId="0" sldId="260"/>
            <ac:spMk id="10" creationId="{4665C300-5AC6-1CB3-1186-B59462D560E1}"/>
          </ac:spMkLst>
        </pc:spChg>
      </pc:sldChg>
      <pc:sldChg chg="modSp">
        <pc:chgData name="kalyanik@udel.edu" userId="S::urn:spo:guest#kalyanik@udel.edu::" providerId="AD" clId="Web-{8338457E-3EE4-C2F2-F916-9ED51DFD3B75}" dt="2026-03-11T17:59:00.295" v="33" actId="1076"/>
        <pc:sldMkLst>
          <pc:docMk/>
          <pc:sldMk cId="0" sldId="261"/>
        </pc:sldMkLst>
        <pc:spChg chg="mod">
          <ac:chgData name="kalyanik@udel.edu" userId="S::urn:spo:guest#kalyanik@udel.edu::" providerId="AD" clId="Web-{8338457E-3EE4-C2F2-F916-9ED51DFD3B75}" dt="2026-03-11T17:59:00.295" v="33" actId="1076"/>
          <ac:spMkLst>
            <pc:docMk/>
            <pc:sldMk cId="0" sldId="261"/>
            <ac:spMk id="3" creationId="{33F1B7AB-515E-7E92-2C7E-FDCD9BA3B212}"/>
          </ac:spMkLst>
        </pc:spChg>
        <pc:spChg chg="mod">
          <ac:chgData name="kalyanik@udel.edu" userId="S::urn:spo:guest#kalyanik@udel.edu::" providerId="AD" clId="Web-{8338457E-3EE4-C2F2-F916-9ED51DFD3B75}" dt="2026-03-11T17:58:54.061" v="31" actId="20577"/>
          <ac:spMkLst>
            <pc:docMk/>
            <pc:sldMk cId="0" sldId="261"/>
            <ac:spMk id="4" creationId="{E3A200C3-330F-A582-85B3-79625B73A2EC}"/>
          </ac:spMkLst>
        </pc:spChg>
        <pc:spChg chg="mod">
          <ac:chgData name="kalyanik@udel.edu" userId="S::urn:spo:guest#kalyanik@udel.edu::" providerId="AD" clId="Web-{8338457E-3EE4-C2F2-F916-9ED51DFD3B75}" dt="2026-03-11T17:57:44.468" v="22" actId="1076"/>
          <ac:spMkLst>
            <pc:docMk/>
            <pc:sldMk cId="0" sldId="261"/>
            <ac:spMk id="10" creationId="{1C90A833-DDDC-D61B-244F-086C1BFDA171}"/>
          </ac:spMkLst>
        </pc:spChg>
      </pc:sldChg>
      <pc:sldChg chg="modSp">
        <pc:chgData name="kalyanik@udel.edu" userId="S::urn:spo:guest#kalyanik@udel.edu::" providerId="AD" clId="Web-{8338457E-3EE4-C2F2-F916-9ED51DFD3B75}" dt="2026-03-11T18:12:34.005" v="152" actId="14100"/>
        <pc:sldMkLst>
          <pc:docMk/>
          <pc:sldMk cId="0" sldId="264"/>
        </pc:sldMkLst>
        <pc:spChg chg="mod">
          <ac:chgData name="kalyanik@udel.edu" userId="S::urn:spo:guest#kalyanik@udel.edu::" providerId="AD" clId="Web-{8338457E-3EE4-C2F2-F916-9ED51DFD3B75}" dt="2026-03-11T17:57:57.983" v="23" actId="1076"/>
          <ac:spMkLst>
            <pc:docMk/>
            <pc:sldMk cId="0" sldId="264"/>
            <ac:spMk id="11" creationId="{E693202A-43AF-6CD0-89A3-AE0109A081F5}"/>
          </ac:spMkLst>
        </pc:spChg>
        <pc:cxnChg chg="mod">
          <ac:chgData name="kalyanik@udel.edu" userId="S::urn:spo:guest#kalyanik@udel.edu::" providerId="AD" clId="Web-{8338457E-3EE4-C2F2-F916-9ED51DFD3B75}" dt="2026-03-11T18:12:34.005" v="152" actId="14100"/>
          <ac:cxnSpMkLst>
            <pc:docMk/>
            <pc:sldMk cId="0" sldId="264"/>
            <ac:cxnSpMk id="6" creationId="{F66219EB-0C56-26FE-34C7-5CADFB5FA92C}"/>
          </ac:cxnSpMkLst>
        </pc:cxnChg>
      </pc:sldChg>
      <pc:sldChg chg="modSp">
        <pc:chgData name="kalyanik@udel.edu" userId="S::urn:spo:guest#kalyanik@udel.edu::" providerId="AD" clId="Web-{8338457E-3EE4-C2F2-F916-9ED51DFD3B75}" dt="2026-03-11T17:57:19.140" v="20" actId="1076"/>
        <pc:sldMkLst>
          <pc:docMk/>
          <pc:sldMk cId="0" sldId="267"/>
        </pc:sldMkLst>
        <pc:spChg chg="mod">
          <ac:chgData name="kalyanik@udel.edu" userId="S::urn:spo:guest#kalyanik@udel.edu::" providerId="AD" clId="Web-{8338457E-3EE4-C2F2-F916-9ED51DFD3B75}" dt="2026-03-11T17:57:19.140" v="20" actId="1076"/>
          <ac:spMkLst>
            <pc:docMk/>
            <pc:sldMk cId="0" sldId="267"/>
            <ac:spMk id="4" creationId="{087B9BEC-AC77-8A0F-3020-3E59FFFDB011}"/>
          </ac:spMkLst>
        </pc:spChg>
        <pc:spChg chg="mod">
          <ac:chgData name="kalyanik@udel.edu" userId="S::urn:spo:guest#kalyanik@udel.edu::" providerId="AD" clId="Web-{8338457E-3EE4-C2F2-F916-9ED51DFD3B75}" dt="2026-03-11T17:56:46.390" v="0" actId="1076"/>
          <ac:spMkLst>
            <pc:docMk/>
            <pc:sldMk cId="0" sldId="267"/>
            <ac:spMk id="20" creationId="{27DFD305-9095-8A23-2556-01B86B811259}"/>
          </ac:spMkLst>
        </pc:spChg>
        <pc:spChg chg="mod">
          <ac:chgData name="kalyanik@udel.edu" userId="S::urn:spo:guest#kalyanik@udel.edu::" providerId="AD" clId="Web-{8338457E-3EE4-C2F2-F916-9ED51DFD3B75}" dt="2026-03-11T17:56:46.421" v="1" actId="1076"/>
          <ac:spMkLst>
            <pc:docMk/>
            <pc:sldMk cId="0" sldId="267"/>
            <ac:spMk id="21" creationId="{834A1EA3-9202-ADCD-28CB-AB3EB6F12F4B}"/>
          </ac:spMkLst>
        </pc:spChg>
        <pc:spChg chg="mod">
          <ac:chgData name="kalyanik@udel.edu" userId="S::urn:spo:guest#kalyanik@udel.edu::" providerId="AD" clId="Web-{8338457E-3EE4-C2F2-F916-9ED51DFD3B75}" dt="2026-03-11T17:56:46.437" v="2" actId="1076"/>
          <ac:spMkLst>
            <pc:docMk/>
            <pc:sldMk cId="0" sldId="267"/>
            <ac:spMk id="22" creationId="{DB040F96-AE11-F72F-4C5F-3FDE7CA99317}"/>
          </ac:spMkLst>
        </pc:spChg>
        <pc:spChg chg="mod">
          <ac:chgData name="kalyanik@udel.edu" userId="S::urn:spo:guest#kalyanik@udel.edu::" providerId="AD" clId="Web-{8338457E-3EE4-C2F2-F916-9ED51DFD3B75}" dt="2026-03-11T17:56:46.452" v="3" actId="1076"/>
          <ac:spMkLst>
            <pc:docMk/>
            <pc:sldMk cId="0" sldId="267"/>
            <ac:spMk id="23" creationId="{02C3D97A-6F7B-32A3-E46E-8B8EFA98FA8D}"/>
          </ac:spMkLst>
        </pc:spChg>
        <pc:spChg chg="mod">
          <ac:chgData name="kalyanik@udel.edu" userId="S::urn:spo:guest#kalyanik@udel.edu::" providerId="AD" clId="Web-{8338457E-3EE4-C2F2-F916-9ED51DFD3B75}" dt="2026-03-11T17:56:46.499" v="7" actId="1076"/>
          <ac:spMkLst>
            <pc:docMk/>
            <pc:sldMk cId="0" sldId="267"/>
            <ac:spMk id="27" creationId="{BB4B6915-1068-4502-BEC3-A9C2CB962A80}"/>
          </ac:spMkLst>
        </pc:spChg>
        <pc:spChg chg="mod">
          <ac:chgData name="kalyanik@udel.edu" userId="S::urn:spo:guest#kalyanik@udel.edu::" providerId="AD" clId="Web-{8338457E-3EE4-C2F2-F916-9ED51DFD3B75}" dt="2026-03-11T17:56:46.515" v="9" actId="1076"/>
          <ac:spMkLst>
            <pc:docMk/>
            <pc:sldMk cId="0" sldId="267"/>
            <ac:spMk id="29" creationId="{8CC251E4-D399-B667-DAF6-0458B7AAA4C0}"/>
          </ac:spMkLst>
        </pc:spChg>
        <pc:spChg chg="mod">
          <ac:chgData name="kalyanik@udel.edu" userId="S::urn:spo:guest#kalyanik@udel.edu::" providerId="AD" clId="Web-{8338457E-3EE4-C2F2-F916-9ED51DFD3B75}" dt="2026-03-11T17:56:46.609" v="15" actId="1076"/>
          <ac:spMkLst>
            <pc:docMk/>
            <pc:sldMk cId="0" sldId="267"/>
            <ac:spMk id="36" creationId="{B623755B-839E-49E5-602A-B0D729E51B27}"/>
          </ac:spMkLst>
        </pc:spChg>
        <pc:spChg chg="mod">
          <ac:chgData name="kalyanik@udel.edu" userId="S::urn:spo:guest#kalyanik@udel.edu::" providerId="AD" clId="Web-{8338457E-3EE4-C2F2-F916-9ED51DFD3B75}" dt="2026-03-11T17:56:54.609" v="17" actId="1076"/>
          <ac:spMkLst>
            <pc:docMk/>
            <pc:sldMk cId="0" sldId="267"/>
            <ac:spMk id="37" creationId="{A57C4AB1-7307-8449-B92C-34788D55F7E1}"/>
          </ac:spMkLst>
        </pc:spChg>
        <pc:picChg chg="mod">
          <ac:chgData name="kalyanik@udel.edu" userId="S::urn:spo:guest#kalyanik@udel.edu::" providerId="AD" clId="Web-{8338457E-3EE4-C2F2-F916-9ED51DFD3B75}" dt="2026-03-11T17:56:46.530" v="10" actId="1076"/>
          <ac:picMkLst>
            <pc:docMk/>
            <pc:sldMk cId="0" sldId="267"/>
            <ac:picMk id="30" creationId="{8CC5C109-94CF-2432-D909-5A6B2DDB4D1B}"/>
          </ac:picMkLst>
        </pc:picChg>
        <pc:picChg chg="mod">
          <ac:chgData name="kalyanik@udel.edu" userId="S::urn:spo:guest#kalyanik@udel.edu::" providerId="AD" clId="Web-{8338457E-3EE4-C2F2-F916-9ED51DFD3B75}" dt="2026-03-11T17:56:46.546" v="11" actId="1076"/>
          <ac:picMkLst>
            <pc:docMk/>
            <pc:sldMk cId="0" sldId="267"/>
            <ac:picMk id="31" creationId="{1EE18650-BE16-8D3B-890D-7AF3DC08ABFC}"/>
          </ac:picMkLst>
        </pc:picChg>
        <pc:picChg chg="mod">
          <ac:chgData name="kalyanik@udel.edu" userId="S::urn:spo:guest#kalyanik@udel.edu::" providerId="AD" clId="Web-{8338457E-3EE4-C2F2-F916-9ED51DFD3B75}" dt="2026-03-11T17:56:46.562" v="12" actId="1076"/>
          <ac:picMkLst>
            <pc:docMk/>
            <pc:sldMk cId="0" sldId="267"/>
            <ac:picMk id="32" creationId="{1CACB5FA-762E-5326-6CA7-0188A4B1C94E}"/>
          </ac:picMkLst>
        </pc:picChg>
        <pc:picChg chg="mod">
          <ac:chgData name="kalyanik@udel.edu" userId="S::urn:spo:guest#kalyanik@udel.edu::" providerId="AD" clId="Web-{8338457E-3EE4-C2F2-F916-9ED51DFD3B75}" dt="2026-03-11T17:56:46.577" v="13" actId="1076"/>
          <ac:picMkLst>
            <pc:docMk/>
            <pc:sldMk cId="0" sldId="267"/>
            <ac:picMk id="33" creationId="{531BDB97-5AFC-7087-7539-EAD5860220DF}"/>
          </ac:picMkLst>
        </pc:picChg>
        <pc:picChg chg="mod">
          <ac:chgData name="kalyanik@udel.edu" userId="S::urn:spo:guest#kalyanik@udel.edu::" providerId="AD" clId="Web-{8338457E-3EE4-C2F2-F916-9ED51DFD3B75}" dt="2026-03-11T17:56:46.593" v="14" actId="1076"/>
          <ac:picMkLst>
            <pc:docMk/>
            <pc:sldMk cId="0" sldId="267"/>
            <ac:picMk id="34" creationId="{354FDD30-16BD-8C8A-8F18-FF55BECD15E2}"/>
          </ac:picMkLst>
        </pc:picChg>
        <pc:cxnChg chg="mod">
          <ac:chgData name="kalyanik@udel.edu" userId="S::urn:spo:guest#kalyanik@udel.edu::" providerId="AD" clId="Web-{8338457E-3EE4-C2F2-F916-9ED51DFD3B75}" dt="2026-03-11T17:56:46.468" v="4" actId="1076"/>
          <ac:cxnSpMkLst>
            <pc:docMk/>
            <pc:sldMk cId="0" sldId="267"/>
            <ac:cxnSpMk id="24" creationId="{BB22A9E7-455B-4B5A-0176-F84A84AC8B0B}"/>
          </ac:cxnSpMkLst>
        </pc:cxnChg>
        <pc:cxnChg chg="mod">
          <ac:chgData name="kalyanik@udel.edu" userId="S::urn:spo:guest#kalyanik@udel.edu::" providerId="AD" clId="Web-{8338457E-3EE4-C2F2-F916-9ED51DFD3B75}" dt="2026-03-11T17:56:46.468" v="5" actId="1076"/>
          <ac:cxnSpMkLst>
            <pc:docMk/>
            <pc:sldMk cId="0" sldId="267"/>
            <ac:cxnSpMk id="25" creationId="{EEAFE537-9871-73BB-7988-DF9E19DCC68A}"/>
          </ac:cxnSpMkLst>
        </pc:cxnChg>
        <pc:cxnChg chg="mod">
          <ac:chgData name="kalyanik@udel.edu" userId="S::urn:spo:guest#kalyanik@udel.edu::" providerId="AD" clId="Web-{8338457E-3EE4-C2F2-F916-9ED51DFD3B75}" dt="2026-03-11T17:56:46.484" v="6" actId="1076"/>
          <ac:cxnSpMkLst>
            <pc:docMk/>
            <pc:sldMk cId="0" sldId="267"/>
            <ac:cxnSpMk id="26" creationId="{70BAE012-C365-F605-F1CF-374691157719}"/>
          </ac:cxnSpMkLst>
        </pc:cxnChg>
        <pc:cxnChg chg="mod">
          <ac:chgData name="kalyanik@udel.edu" userId="S::urn:spo:guest#kalyanik@udel.edu::" providerId="AD" clId="Web-{8338457E-3EE4-C2F2-F916-9ED51DFD3B75}" dt="2026-03-11T17:56:46.515" v="8" actId="1076"/>
          <ac:cxnSpMkLst>
            <pc:docMk/>
            <pc:sldMk cId="0" sldId="267"/>
            <ac:cxnSpMk id="28" creationId="{A4A38CBA-B654-8D97-BEFA-5138ABB1BC45}"/>
          </ac:cxnSpMkLst>
        </pc:cxnChg>
      </pc:sldChg>
      <pc:sldChg chg="modSp">
        <pc:chgData name="kalyanik@udel.edu" userId="S::urn:spo:guest#kalyanik@udel.edu::" providerId="AD" clId="Web-{8338457E-3EE4-C2F2-F916-9ED51DFD3B75}" dt="2026-03-11T17:58:21.467" v="25" actId="1076"/>
        <pc:sldMkLst>
          <pc:docMk/>
          <pc:sldMk cId="0" sldId="269"/>
        </pc:sldMkLst>
        <pc:spChg chg="mod">
          <ac:chgData name="kalyanik@udel.edu" userId="S::urn:spo:guest#kalyanik@udel.edu::" providerId="AD" clId="Web-{8338457E-3EE4-C2F2-F916-9ED51DFD3B75}" dt="2026-03-11T17:58:21.467" v="25" actId="1076"/>
          <ac:spMkLst>
            <pc:docMk/>
            <pc:sldMk cId="0" sldId="269"/>
            <ac:spMk id="2" creationId="{8E74DFF2-F251-96B5-A5A9-EAE572E7D0EA}"/>
          </ac:spMkLst>
        </pc:spChg>
      </pc:sldChg>
    </pc:docChg>
  </pc:docChgLst>
  <pc:docChgLst>
    <pc:chgData name="kalyanik@udel.edu" userId="S::urn:spo:guest#kalyanik@udel.edu::" providerId="AD" clId="Web-{1C2C4926-A185-BC0F-3B6B-02E276E1A26F}"/>
    <pc:docChg chg="modSld">
      <pc:chgData name="kalyanik@udel.edu" userId="S::urn:spo:guest#kalyanik@udel.edu::" providerId="AD" clId="Web-{1C2C4926-A185-BC0F-3B6B-02E276E1A26F}" dt="2026-03-11T19:54:16.169" v="6" actId="1076"/>
      <pc:docMkLst>
        <pc:docMk/>
      </pc:docMkLst>
      <pc:sldChg chg="modSp">
        <pc:chgData name="kalyanik@udel.edu" userId="S::urn:spo:guest#kalyanik@udel.edu::" providerId="AD" clId="Web-{1C2C4926-A185-BC0F-3B6B-02E276E1A26F}" dt="2026-03-11T19:54:16.169" v="6" actId="1076"/>
        <pc:sldMkLst>
          <pc:docMk/>
          <pc:sldMk cId="0" sldId="259"/>
        </pc:sldMkLst>
        <pc:spChg chg="mod">
          <ac:chgData name="kalyanik@udel.edu" userId="S::urn:spo:guest#kalyanik@udel.edu::" providerId="AD" clId="Web-{1C2C4926-A185-BC0F-3B6B-02E276E1A26F}" dt="2026-03-11T19:54:16.169" v="6" actId="1076"/>
          <ac:spMkLst>
            <pc:docMk/>
            <pc:sldMk cId="0" sldId="259"/>
            <ac:spMk id="2" creationId="{5C8A1F3F-E0DF-05ED-AD30-C2A92D0D75A3}"/>
          </ac:spMkLst>
        </pc:spChg>
      </pc:sldChg>
      <pc:sldChg chg="modSp">
        <pc:chgData name="kalyanik@udel.edu" userId="S::urn:spo:guest#kalyanik@udel.edu::" providerId="AD" clId="Web-{1C2C4926-A185-BC0F-3B6B-02E276E1A26F}" dt="2026-03-11T19:52:55.700" v="3" actId="20577"/>
        <pc:sldMkLst>
          <pc:docMk/>
          <pc:sldMk cId="0" sldId="267"/>
        </pc:sldMkLst>
        <pc:spChg chg="mod">
          <ac:chgData name="kalyanik@udel.edu" userId="S::urn:spo:guest#kalyanik@udel.edu::" providerId="AD" clId="Web-{1C2C4926-A185-BC0F-3B6B-02E276E1A26F}" dt="2026-03-11T19:52:55.700" v="3" actId="20577"/>
          <ac:spMkLst>
            <pc:docMk/>
            <pc:sldMk cId="0" sldId="267"/>
            <ac:spMk id="36" creationId="{B623755B-839E-49E5-602A-B0D729E51B27}"/>
          </ac:spMkLst>
        </pc:spChg>
        <pc:cxnChg chg="mod">
          <ac:chgData name="kalyanik@udel.edu" userId="S::urn:spo:guest#kalyanik@udel.edu::" providerId="AD" clId="Web-{1C2C4926-A185-BC0F-3B6B-02E276E1A26F}" dt="2026-03-11T19:51:02.528" v="0" actId="14100"/>
          <ac:cxnSpMkLst>
            <pc:docMk/>
            <pc:sldMk cId="0" sldId="267"/>
            <ac:cxnSpMk id="25" creationId="{EEAFE537-9871-73BB-7988-DF9E19DCC68A}"/>
          </ac:cxnSpMkLst>
        </pc:cxnChg>
      </pc:sldChg>
    </pc:docChg>
  </pc:docChgLst>
  <pc:docChgLst>
    <pc:chgData name="dtrott@udel.edu" userId="S::urn:spo:guest#dtrott@udel.edu::" providerId="AD" clId="Web-{7B7E9180-178E-D02F-A3B9-7109461313C5}"/>
    <pc:docChg chg="modSld">
      <pc:chgData name="dtrott@udel.edu" userId="S::urn:spo:guest#dtrott@udel.edu::" providerId="AD" clId="Web-{7B7E9180-178E-D02F-A3B9-7109461313C5}" dt="2026-03-11T19:03:54.358" v="23" actId="1076"/>
      <pc:docMkLst>
        <pc:docMk/>
      </pc:docMkLst>
      <pc:sldChg chg="addSp modSp">
        <pc:chgData name="dtrott@udel.edu" userId="S::urn:spo:guest#dtrott@udel.edu::" providerId="AD" clId="Web-{7B7E9180-178E-D02F-A3B9-7109461313C5}" dt="2026-03-11T18:55:28.723" v="4" actId="14100"/>
        <pc:sldMkLst>
          <pc:docMk/>
          <pc:sldMk cId="0" sldId="257"/>
        </pc:sldMkLst>
        <pc:cxnChg chg="add mod">
          <ac:chgData name="dtrott@udel.edu" userId="S::urn:spo:guest#dtrott@udel.edu::" providerId="AD" clId="Web-{7B7E9180-178E-D02F-A3B9-7109461313C5}" dt="2026-03-11T18:55:28.723" v="4" actId="14100"/>
          <ac:cxnSpMkLst>
            <pc:docMk/>
            <pc:sldMk cId="0" sldId="257"/>
            <ac:cxnSpMk id="2" creationId="{DCD27BE5-72D0-FB1A-1289-E1ED7FE44745}"/>
          </ac:cxnSpMkLst>
        </pc:cxnChg>
        <pc:cxnChg chg="mod">
          <ac:chgData name="dtrott@udel.edu" userId="S::urn:spo:guest#dtrott@udel.edu::" providerId="AD" clId="Web-{7B7E9180-178E-D02F-A3B9-7109461313C5}" dt="2026-03-11T18:55:21.207" v="1" actId="14100"/>
          <ac:cxnSpMkLst>
            <pc:docMk/>
            <pc:sldMk cId="0" sldId="257"/>
            <ac:cxnSpMk id="11" creationId="{E6FFAFE0-1DBB-8F54-2AAA-EE8DB2851F0C}"/>
          </ac:cxnSpMkLst>
        </pc:cxnChg>
      </pc:sldChg>
      <pc:sldChg chg="modSp">
        <pc:chgData name="dtrott@udel.edu" userId="S::urn:spo:guest#dtrott@udel.edu::" providerId="AD" clId="Web-{7B7E9180-178E-D02F-A3B9-7109461313C5}" dt="2026-03-11T19:03:54.358" v="23" actId="1076"/>
        <pc:sldMkLst>
          <pc:docMk/>
          <pc:sldMk cId="0" sldId="258"/>
        </pc:sldMkLst>
        <pc:spChg chg="mod">
          <ac:chgData name="dtrott@udel.edu" userId="S::urn:spo:guest#dtrott@udel.edu::" providerId="AD" clId="Web-{7B7E9180-178E-D02F-A3B9-7109461313C5}" dt="2026-03-11T19:03:54.358" v="23" actId="1076"/>
          <ac:spMkLst>
            <pc:docMk/>
            <pc:sldMk cId="0" sldId="258"/>
            <ac:spMk id="3" creationId="{773CE47A-5E00-DA24-0820-EB6AD4E007EF}"/>
          </ac:spMkLst>
        </pc:spChg>
        <pc:spChg chg="mod">
          <ac:chgData name="dtrott@udel.edu" userId="S::urn:spo:guest#dtrott@udel.edu::" providerId="AD" clId="Web-{7B7E9180-178E-D02F-A3B9-7109461313C5}" dt="2026-03-11T18:57:00.683" v="19" actId="20577"/>
          <ac:spMkLst>
            <pc:docMk/>
            <pc:sldMk cId="0" sldId="258"/>
            <ac:spMk id="16" creationId="{B15CF189-8069-B58A-1D19-2A0BBFC29B6D}"/>
          </ac:spMkLst>
        </pc:spChg>
      </pc:sldChg>
      <pc:sldChg chg="modSp">
        <pc:chgData name="dtrott@udel.edu" userId="S::urn:spo:guest#dtrott@udel.edu::" providerId="AD" clId="Web-{7B7E9180-178E-D02F-A3B9-7109461313C5}" dt="2026-03-11T18:56:38.572" v="15" actId="1076"/>
        <pc:sldMkLst>
          <pc:docMk/>
          <pc:sldMk cId="0" sldId="259"/>
        </pc:sldMkLst>
        <pc:spChg chg="mod">
          <ac:chgData name="dtrott@udel.edu" userId="S::urn:spo:guest#dtrott@udel.edu::" providerId="AD" clId="Web-{7B7E9180-178E-D02F-A3B9-7109461313C5}" dt="2026-03-11T18:56:38.572" v="15" actId="1076"/>
          <ac:spMkLst>
            <pc:docMk/>
            <pc:sldMk cId="0" sldId="259"/>
            <ac:spMk id="15" creationId="{6667702A-FC18-53D1-C919-448F96EB8D6D}"/>
          </ac:spMkLst>
        </pc:spChg>
        <pc:spChg chg="mod">
          <ac:chgData name="dtrott@udel.edu" userId="S::urn:spo:guest#dtrott@udel.edu::" providerId="AD" clId="Web-{7B7E9180-178E-D02F-A3B9-7109461313C5}" dt="2026-03-11T18:56:30.399" v="13" actId="1076"/>
          <ac:spMkLst>
            <pc:docMk/>
            <pc:sldMk cId="0" sldId="259"/>
            <ac:spMk id="30" creationId="{96E37E81-76CB-6AC5-5A4C-19B419410863}"/>
          </ac:spMkLst>
        </pc:spChg>
      </pc:sldChg>
      <pc:sldChg chg="modSp">
        <pc:chgData name="dtrott@udel.edu" userId="S::urn:spo:guest#dtrott@udel.edu::" providerId="AD" clId="Web-{7B7E9180-178E-D02F-A3B9-7109461313C5}" dt="2026-03-11T18:56:06.647" v="10" actId="20577"/>
        <pc:sldMkLst>
          <pc:docMk/>
          <pc:sldMk cId="0" sldId="260"/>
        </pc:sldMkLst>
        <pc:spChg chg="mod">
          <ac:chgData name="dtrott@udel.edu" userId="S::urn:spo:guest#dtrott@udel.edu::" providerId="AD" clId="Web-{7B7E9180-178E-D02F-A3B9-7109461313C5}" dt="2026-03-11T18:56:06.647" v="10" actId="20577"/>
          <ac:spMkLst>
            <pc:docMk/>
            <pc:sldMk cId="0" sldId="260"/>
            <ac:spMk id="6" creationId="{03C19131-5BFB-B113-925C-73925F466090}"/>
          </ac:spMkLst>
        </pc:spChg>
        <pc:spChg chg="mod">
          <ac:chgData name="dtrott@udel.edu" userId="S::urn:spo:guest#dtrott@udel.edu::" providerId="AD" clId="Web-{7B7E9180-178E-D02F-A3B9-7109461313C5}" dt="2026-03-11T18:55:59.365" v="8" actId="20577"/>
          <ac:spMkLst>
            <pc:docMk/>
            <pc:sldMk cId="0" sldId="260"/>
            <ac:spMk id="10" creationId="{4665C300-5AC6-1CB3-1186-B59462D560E1}"/>
          </ac:spMkLst>
        </pc:spChg>
      </pc:sldChg>
      <pc:sldChg chg="modSp">
        <pc:chgData name="dtrott@udel.edu" userId="S::urn:spo:guest#dtrott@udel.edu::" providerId="AD" clId="Web-{7B7E9180-178E-D02F-A3B9-7109461313C5}" dt="2026-03-11T19:03:41.514" v="22" actId="1076"/>
        <pc:sldMkLst>
          <pc:docMk/>
          <pc:sldMk cId="0" sldId="269"/>
        </pc:sldMkLst>
        <pc:spChg chg="mod">
          <ac:chgData name="dtrott@udel.edu" userId="S::urn:spo:guest#dtrott@udel.edu::" providerId="AD" clId="Web-{7B7E9180-178E-D02F-A3B9-7109461313C5}" dt="2026-03-11T19:00:29.336" v="20" actId="1076"/>
          <ac:spMkLst>
            <pc:docMk/>
            <pc:sldMk cId="0" sldId="269"/>
            <ac:spMk id="5" creationId="{8BF414E0-C7DE-403E-6E4E-BB35FB4D7970}"/>
          </ac:spMkLst>
        </pc:spChg>
        <pc:spChg chg="mod">
          <ac:chgData name="dtrott@udel.edu" userId="S::urn:spo:guest#dtrott@udel.edu::" providerId="AD" clId="Web-{7B7E9180-178E-D02F-A3B9-7109461313C5}" dt="2026-03-11T19:03:38.436" v="21" actId="1076"/>
          <ac:spMkLst>
            <pc:docMk/>
            <pc:sldMk cId="0" sldId="269"/>
            <ac:spMk id="7" creationId="{D88F4B99-FB49-8957-746E-711862A8346B}"/>
          </ac:spMkLst>
        </pc:spChg>
        <pc:spChg chg="mod">
          <ac:chgData name="dtrott@udel.edu" userId="S::urn:spo:guest#dtrott@udel.edu::" providerId="AD" clId="Web-{7B7E9180-178E-D02F-A3B9-7109461313C5}" dt="2026-03-11T19:03:41.514" v="22" actId="1076"/>
          <ac:spMkLst>
            <pc:docMk/>
            <pc:sldMk cId="0" sldId="269"/>
            <ac:spMk id="8" creationId="{0ADA9229-201D-35C3-9B1E-AC65F93382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E6719C-FBBC-4CA9-30F6-D63C9592BE9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E8480-ECB7-1656-906C-FAE482ED57E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F9344CC-6FA6-4B3A-B64F-292E2A1F61D6}" type="datetime1">
              <a:rPr lang="en-US"/>
              <a:pPr lvl="0"/>
              <a:t>3/11/2026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AF490B-90B8-198D-F630-ABE50673B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9EFFAA3-A4CC-86FE-8F71-386C72F6A4B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6341A-52AA-36F3-ECDD-B62F9876028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70F82-FAEC-C067-229E-574BF0A476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B11FE204-995D-4B2D-8EEF-3622FEDF00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B0721-F03D-EA39-A1F2-27B81D011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3AE59-718D-C1CA-131F-9ED3B1B81D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Use Density Functional Theory (DFT)</a:t>
            </a:r>
            <a:endParaRPr lang="en-US"/>
          </a:p>
          <a:p>
            <a:pPr lvl="1"/>
            <a:r>
              <a:rPr lang="en-US"/>
              <a:t>applied </a:t>
            </a:r>
            <a:r>
              <a:rPr lang="en-US" b="1"/>
              <a:t>B3LYP functional</a:t>
            </a:r>
            <a:r>
              <a:rPr lang="en-US"/>
              <a:t>, a common quantum chemistry method, to calculate molecular electronic properties.</a:t>
            </a:r>
          </a:p>
          <a:p>
            <a:pPr lvl="1"/>
            <a:r>
              <a:rPr lang="en-US"/>
              <a:t>to study </a:t>
            </a:r>
            <a:r>
              <a:rPr lang="en-US" b="1"/>
              <a:t>molecules theoretically instead of experimentally</a:t>
            </a:r>
            <a:r>
              <a:rPr lang="en-US"/>
              <a:t>.</a:t>
            </a: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Calculate molecular descriptors</a:t>
            </a:r>
            <a:br>
              <a:rPr lang="en-US" b="1"/>
            </a:br>
            <a:r>
              <a:rPr lang="en-US" b="1"/>
              <a:t> They computed several descriptors related to antioxidant activity: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HOMO energy</a:t>
            </a:r>
            <a:r>
              <a:rPr lang="en-US"/>
              <a:t> (Highest Occupied Molecular Orbital)</a:t>
            </a:r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LUMO energy</a:t>
            </a:r>
            <a:r>
              <a:rPr lang="en-US"/>
              <a:t> (Lowest Unoccupied Molecular Orbital)</a:t>
            </a:r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HOMO–LUMO energy gap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Spin Density Distribution (SDD)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Aromaticity</a:t>
            </a:r>
            <a:endParaRPr lang="en-US"/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Use Koopmans’ theorem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/>
              <a:t>This was used to estimate electronic properties like ionization energy from orbital energies.</a:t>
            </a: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Analyze radical stabilization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/>
              <a:t>They evaluated </a:t>
            </a:r>
            <a:r>
              <a:rPr lang="en-US" b="1"/>
              <a:t>how stable the radical form of the antioxidant becomes after reacting with a free radical</a:t>
            </a:r>
            <a:r>
              <a:rPr lang="en-US"/>
              <a:t>.</a:t>
            </a: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Study reaction mechanisms</a:t>
            </a:r>
            <a:br>
              <a:rPr lang="en-US" b="1"/>
            </a:br>
            <a:r>
              <a:rPr lang="en-US" b="1"/>
              <a:t> The paper examines antioxidant mechanisms such as: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HAT (Hydrogen Atom Transfer)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SET (Single Electron Transfer)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 b="1"/>
              <a:t>SPLET (Sequential Proton Loss Electron Transfer)</a:t>
            </a:r>
            <a:endParaRPr lang="en-US"/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Consider solvent effects</a:t>
            </a:r>
            <a:endParaRPr lang="en-US"/>
          </a:p>
          <a:p>
            <a:pPr lvl="1">
              <a:buSzPct val="100000"/>
              <a:buFont typeface="Arial"/>
              <a:buChar char="•"/>
            </a:pPr>
            <a:r>
              <a:rPr lang="en-US"/>
              <a:t>used </a:t>
            </a:r>
            <a:r>
              <a:rPr lang="en-US" b="1"/>
              <a:t>Polarizable Continuum Model (PCM)</a:t>
            </a:r>
            <a:r>
              <a:rPr lang="en-US"/>
              <a:t> to simulate how solvents affect reactions.</a:t>
            </a:r>
          </a:p>
          <a:p>
            <a:pPr marL="228600" lvl="0" indent="-228600">
              <a:buSzPct val="100000"/>
              <a:buFont typeface="Arial"/>
              <a:buChar char="•"/>
            </a:pPr>
            <a:endParaRPr lang="en-US"/>
          </a:p>
          <a:p>
            <a:pPr lvl="0"/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5C6FF-04C2-7583-C8FD-96C858589B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A996D63-3D30-4633-893B-E0E046826057}" type="slidenum"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B11FE204-995D-4B2D-8EEF-3622FEDF00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900F2-7001-4BEF-3776-2B4A84CB8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FC334-8A6E-CA15-46DA-CEE0DCA3ED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DFT provides electronic descriptors HOMO, LUMO, and the HOMO–LUMO gap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685800" marR="0" lvl="1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Connect molecular electronic structure to antioxidant performance in a data-driven way</a:t>
            </a:r>
          </a:p>
          <a:p>
            <a:pPr marL="0" marR="0" lvl="0" indent="0" algn="ctr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lvl="0" indent="0">
              <a:buSzPct val="100000"/>
              <a:buFont typeface="Arial"/>
              <a:buNone/>
            </a:pPr>
            <a:r>
              <a:rPr lang="en-US"/>
              <a:t>Your project: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Predict </a:t>
            </a:r>
            <a:r>
              <a:rPr lang="en-US" b="1"/>
              <a:t>reaction rate constants (k values)</a:t>
            </a:r>
            <a:r>
              <a:rPr lang="en-US"/>
              <a:t> for radical reactions involving heat stabilizers.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This paper contributes by showing: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Electronic structure determines radical reactivity</a:t>
            </a:r>
            <a:endParaRPr lang="en-US">
              <a:solidFill>
                <a:srgbClr val="444444"/>
              </a:solidFill>
            </a:endParaRPr>
          </a:p>
          <a:p>
            <a:pPr lvl="1">
              <a:buSzPct val="100000"/>
              <a:buFont typeface="Arial"/>
              <a:buChar char="•"/>
            </a:pPr>
            <a:r>
              <a:rPr lang="en-US"/>
              <a:t>HOMO energy → ability to donate electrons</a:t>
            </a:r>
            <a:endParaRPr lang="en-US">
              <a:solidFill>
                <a:srgbClr val="444444"/>
              </a:solidFill>
            </a:endParaRPr>
          </a:p>
          <a:p>
            <a:pPr lvl="1">
              <a:buSzPct val="100000"/>
              <a:buFont typeface="Arial"/>
              <a:buChar char="•"/>
            </a:pPr>
            <a:r>
              <a:rPr lang="en-US"/>
              <a:t>HOMO-LUMO gap → molecular reactivity</a:t>
            </a:r>
            <a:endParaRPr lang="en-US">
              <a:solidFill>
                <a:srgbClr val="444444"/>
              </a:solidFill>
            </a:endParaRPr>
          </a:p>
          <a:p>
            <a:pPr lvl="1">
              <a:buSzPct val="100000"/>
              <a:buFont typeface="Arial"/>
              <a:buChar char="•"/>
            </a:pPr>
            <a:r>
              <a:rPr lang="en-US"/>
              <a:t>Spin density → radical stability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 b="1"/>
              <a:t>These properties can act as predictive descriptors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Instead of only using experimental variables, you could include: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Possible ML features: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HOMO energy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LUMO energy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HOMO-LUMO gap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Bond dissociation energy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Spin density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buSzPct val="100000"/>
              <a:buFont typeface="Arial"/>
              <a:buChar char="•"/>
            </a:pPr>
            <a:r>
              <a:rPr lang="en-US"/>
              <a:t>Molecular structure descriptors</a:t>
            </a:r>
            <a:endParaRPr lang="en-US">
              <a:solidFill>
                <a:srgbClr val="444444"/>
              </a:solidFill>
            </a:endParaRPr>
          </a:p>
          <a:p>
            <a:pPr lvl="0"/>
            <a:endParaRPr lang="en-US">
              <a:solidFill>
                <a:srgbClr val="444444"/>
              </a:solidFill>
            </a:endParaRPr>
          </a:p>
          <a:p>
            <a:pPr lvl="0"/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B38D6-849B-1C17-B737-1D693205A7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443DD7C-F9A7-4643-A098-055DA43C7D2A}" type="slidenum"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25F659-943C-4E8A-A4B7-C319F991A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4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1E5887-F6D0-43FA-A4EE-92638B1F6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6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D25C8A7-5160-4394-9270-F391AD9FD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29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EFA8F3-52D8-4278-8068-7BC38F9C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0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D0322C-69E8-480F-B59D-E9713952C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0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302DF6D-CA31-4812-A192-635532673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6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7B6CDB-7AE4-4C4F-BCA0-583F970A5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2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73B149-5276-4722-BD6F-385AC4A3E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1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C4EB9DB-1AB6-4906-918A-C3396F51A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0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8711CE-49AC-4E38-9070-EFD4AB39B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5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3/11/2026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EF7635-0E5F-4304-9119-8FEDBDA9C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6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r>
              <a:rPr lang="en-US"/>
              <a:t>3/11/2026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fld id="{77F4FFEE-1644-4B3C-9276-569F6BF5D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5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E34077E0-299A-5DD5-F6D0-F6C35C6C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73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B2D2C8-206F-8E0A-EF50-5574AF48BF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83411" y="2208586"/>
            <a:ext cx="4900141" cy="2736963"/>
          </a:xfrm>
        </p:spPr>
        <p:txBody>
          <a:bodyPr anchor="t"/>
          <a:lstStyle/>
          <a:p>
            <a:pPr lvl="0"/>
            <a:r>
              <a:rPr lang="en-US" sz="5400" b="1"/>
              <a:t>Literature Review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48C8C06-56D9-837F-889D-D805D2F0C44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70696" y="3895728"/>
            <a:ext cx="1515444" cy="327620"/>
          </a:xfrm>
        </p:spPr>
        <p:txBody>
          <a:bodyPr anchor="b" anchorCtr="0">
            <a:normAutofit fontScale="92500" lnSpcReduction="20000"/>
          </a:bodyPr>
          <a:lstStyle/>
          <a:p>
            <a:pPr lvl="0" algn="l"/>
            <a:r>
              <a:rPr lang="en-US" sz="2000"/>
              <a:t>03/11/26</a:t>
            </a: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DEBA103A-F48F-9209-0A6D-D17C80281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3048033"/>
            <a:ext cx="731519" cy="673455"/>
            <a:chOff x="0" y="3048033"/>
            <a:chExt cx="731519" cy="673455"/>
          </a:xfrm>
          <a:solidFill>
            <a:schemeClr val="accent1"/>
          </a:solidFill>
        </p:grpSpPr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DF719356-90CD-AA8D-4486-781926FDB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048033"/>
              <a:ext cx="195855" cy="673455"/>
            </a:xfrm>
            <a:prstGeom prst="rect">
              <a:avLst/>
            </a:prstGeom>
            <a:grpFill/>
            <a:ln cap="flat">
              <a:solidFill>
                <a:schemeClr val="accent1"/>
              </a:solidFill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i="0" u="none" strike="noStrike" kern="1200" baseline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Aptos"/>
              </a:endParaRPr>
            </a:p>
          </p:txBody>
        </p:sp>
        <p:sp>
          <p:nvSpPr>
            <p:cNvPr id="7" name="Rectangle 16">
              <a:extLst>
                <a:ext uri="{FF2B5EF4-FFF2-40B4-BE49-F238E27FC236}">
                  <a16:creationId xmlns:a16="http://schemas.microsoft.com/office/drawing/2014/main" id="{2952EDC9-1FE4-7BA8-F2EA-3CA1B4F48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7836" y="3048033"/>
              <a:ext cx="195855" cy="673455"/>
            </a:xfrm>
            <a:prstGeom prst="rect">
              <a:avLst/>
            </a:prstGeom>
            <a:grpFill/>
            <a:ln cap="flat">
              <a:solidFill>
                <a:schemeClr val="accent1"/>
              </a:solidFill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i="0" u="none" strike="noStrike" kern="1200" baseline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Aptos"/>
              </a:endParaRPr>
            </a:p>
          </p:txBody>
        </p:sp>
        <p:sp>
          <p:nvSpPr>
            <p:cNvPr id="8" name="Rectangle 17">
              <a:extLst>
                <a:ext uri="{FF2B5EF4-FFF2-40B4-BE49-F238E27FC236}">
                  <a16:creationId xmlns:a16="http://schemas.microsoft.com/office/drawing/2014/main" id="{EE173848-B799-5D4A-27AF-F4718FDF2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5664" y="3048033"/>
              <a:ext cx="195855" cy="673455"/>
            </a:xfrm>
            <a:prstGeom prst="rect">
              <a:avLst/>
            </a:prstGeom>
            <a:grpFill/>
            <a:ln cap="flat">
              <a:solidFill>
                <a:schemeClr val="accent1"/>
              </a:solidFill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i="0" u="none" strike="noStrike" kern="1200" baseline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Aptos"/>
              </a:endParaRPr>
            </a:p>
          </p:txBody>
        </p:sp>
      </p:grpSp>
      <p:sp>
        <p:nvSpPr>
          <p:cNvPr id="10" name="Rectangle 19">
            <a:extLst>
              <a:ext uri="{FF2B5EF4-FFF2-40B4-BE49-F238E27FC236}">
                <a16:creationId xmlns:a16="http://schemas.microsoft.com/office/drawing/2014/main" id="{44B09C89-E663-9456-C340-CCB3855C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10697666" y="0"/>
            <a:ext cx="1494330" cy="6858000"/>
          </a:xfrm>
          <a:prstGeom prst="rect">
            <a:avLst/>
          </a:prstGeom>
          <a:solidFill>
            <a:schemeClr val="accent1"/>
          </a:solidFill>
          <a:ln cap="flat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chemeClr val="accent1"/>
              </a:solidFill>
              <a:uFillTx/>
              <a:latin typeface="Aptos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25E4E81F-E0E5-C71C-857A-7EFE0D59D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858000" y="257769"/>
            <a:ext cx="4837176" cy="2979965"/>
          </a:xfrm>
          <a:prstGeom prst="rect">
            <a:avLst/>
          </a:prstGeom>
          <a:solidFill>
            <a:srgbClr val="FFFFFF"/>
          </a:solidFill>
          <a:ln cap="flat">
            <a:solidFill>
              <a:schemeClr val="tx1"/>
            </a:solidFill>
            <a:prstDash val="solid"/>
          </a:ln>
          <a:effectLst>
            <a:outerShdw dist="127001" dir="5400000" algn="tl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ysClr val="windowText" lastClr="000000"/>
              </a:solidFill>
              <a:uFillTx/>
              <a:latin typeface="Aptos"/>
            </a:endParaRPr>
          </a:p>
        </p:txBody>
      </p:sp>
      <p:pic>
        <p:nvPicPr>
          <p:cNvPr id="12" name="Picture 4" descr="Index of /deptforms/img/logos">
            <a:extLst>
              <a:ext uri="{FF2B5EF4-FFF2-40B4-BE49-F238E27FC236}">
                <a16:creationId xmlns:a16="http://schemas.microsoft.com/office/drawing/2014/main" id="{41B7B4F9-C254-3236-23CF-4798E1824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3" b="2358"/>
          <a:stretch>
            <a:fillRect/>
          </a:stretch>
        </p:blipFill>
        <p:spPr>
          <a:xfrm>
            <a:off x="7114160" y="809216"/>
            <a:ext cx="4327141" cy="1832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3" name="Rectangle 23">
            <a:extLst>
              <a:ext uri="{FF2B5EF4-FFF2-40B4-BE49-F238E27FC236}">
                <a16:creationId xmlns:a16="http://schemas.microsoft.com/office/drawing/2014/main" id="{ECAAA2A2-CFE2-0B19-F021-55086C4E5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858000" y="3462247"/>
            <a:ext cx="4837176" cy="2979965"/>
          </a:xfrm>
          <a:prstGeom prst="rect">
            <a:avLst/>
          </a:prstGeom>
          <a:solidFill>
            <a:srgbClr val="FFFFFF"/>
          </a:solidFill>
          <a:ln cap="flat">
            <a:solidFill>
              <a:schemeClr val="tx1"/>
            </a:solidFill>
            <a:prstDash val="solid"/>
          </a:ln>
          <a:effectLst>
            <a:outerShdw dist="127001" dir="5400000" algn="tl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ysClr val="windowText" lastClr="000000"/>
              </a:solidFill>
              <a:uFillTx/>
              <a:latin typeface="Aptos"/>
            </a:endParaRPr>
          </a:p>
        </p:txBody>
      </p:sp>
      <p:pic>
        <p:nvPicPr>
          <p:cNvPr id="14" name="Picture 3" descr="A blue and green logo&#10;&#10;AI-generated content may be incorrect.">
            <a:extLst>
              <a:ext uri="{FF2B5EF4-FFF2-40B4-BE49-F238E27FC236}">
                <a16:creationId xmlns:a16="http://schemas.microsoft.com/office/drawing/2014/main" id="{9322CB4B-65B8-BC16-9974-72AC59C0B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952" y="4481904"/>
            <a:ext cx="4324846" cy="94065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B1E14FEE-6ABD-EABC-CB95-6D82A9A36C09}"/>
              </a:ext>
            </a:extLst>
          </p:cNvPr>
          <p:cNvSpPr txBox="1"/>
          <p:nvPr/>
        </p:nvSpPr>
        <p:spPr>
          <a:xfrm>
            <a:off x="2383465" y="4350486"/>
            <a:ext cx="3420139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Roboto"/>
              </a:rPr>
              <a:t>By: Kalyani Jaywant Khandait, Daniyar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</a:rPr>
              <a:t>Abykhanov, Dylan Trott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​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2660ED-CD3A-E288-6C6F-189FBA69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25F659-943C-4E8A-A4B7-C319F991A90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8E3040D0-0DFE-BC5F-5F19-3F496EA55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BB974E4-0886-3469-B634-E255BB846C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33"/>
          <a:stretch>
            <a:fillRect/>
          </a:stretch>
        </p:blipFill>
        <p:spPr>
          <a:xfrm>
            <a:off x="1168987" y="3719706"/>
            <a:ext cx="9613398" cy="140397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ight Triangle 18">
            <a:extLst>
              <a:ext uri="{FF2B5EF4-FFF2-40B4-BE49-F238E27FC236}">
                <a16:creationId xmlns:a16="http://schemas.microsoft.com/office/drawing/2014/main" id="{AB94170F-5682-18CE-E777-BF6EACB07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8576724" y="3335868"/>
            <a:ext cx="3291840" cy="3200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3342A21-B6AA-9CF7-FA2C-3A2245CFB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1771" y="623273"/>
            <a:ext cx="10905052" cy="5607878"/>
          </a:xfrm>
          <a:prstGeom prst="rect">
            <a:avLst/>
          </a:prstGeom>
          <a:noFill/>
          <a:ln w="19046" cap="flat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EC13075-2019-C37F-5468-8CB44C0D1F1C}"/>
              </a:ext>
            </a:extLst>
          </p:cNvPr>
          <p:cNvSpPr txBox="1"/>
          <p:nvPr/>
        </p:nvSpPr>
        <p:spPr>
          <a:xfrm>
            <a:off x="1289304" y="2005260"/>
            <a:ext cx="8921672" cy="17133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Density functional theory studies of the antioxidants - a review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400" b="1" i="0" u="none" strike="noStrike" kern="1200" cap="none" spc="0" baseline="0">
              <a:solidFill>
                <a:srgbClr val="000000"/>
              </a:solidFill>
              <a:uFillTx/>
              <a:latin typeface="Aptos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8E74DFF2-F251-96B5-A5A9-EAE572E7D0E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9310140" y="6338918"/>
            <a:ext cx="2743200" cy="365129"/>
          </a:xfrm>
        </p:spPr>
        <p:txBody>
          <a:bodyPr/>
          <a:lstStyle/>
          <a:p>
            <a:pPr lvl="0"/>
            <a:r>
              <a:rPr lang="en-US" sz="1400">
                <a:solidFill>
                  <a:srgbClr val="3A3A3A"/>
                </a:solidFill>
              </a:rPr>
              <a:t>3</a:t>
            </a:r>
            <a:endParaRPr lang="en-US" sz="1600">
              <a:solidFill>
                <a:srgbClr val="3A3A3A"/>
              </a:solidFill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066F9F72-F785-759D-8620-4AC0E98BAE53}"/>
              </a:ext>
            </a:extLst>
          </p:cNvPr>
          <p:cNvSpPr txBox="1"/>
          <p:nvPr/>
        </p:nvSpPr>
        <p:spPr>
          <a:xfrm>
            <a:off x="451475" y="592824"/>
            <a:ext cx="10377708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+mj-lt"/>
              </a:rPr>
              <a:t>What is </a:t>
            </a:r>
            <a:r>
              <a:rPr lang="en-US" sz="3600" b="1" i="0" u="none" strike="noStrike" kern="1200" cap="none" spc="0" baseline="0">
                <a:uFillTx/>
                <a:latin typeface="+mj-lt"/>
              </a:rPr>
              <a:t>D</a:t>
            </a:r>
            <a:r>
              <a:rPr lang="en-US" sz="3600" b="0" i="0" u="none" strike="noStrike" kern="1200" cap="none" spc="0" baseline="0">
                <a:uFillTx/>
                <a:latin typeface="+mj-lt"/>
              </a:rPr>
              <a:t>ensity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+mj-lt"/>
              </a:rPr>
              <a:t>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+mj-lt"/>
              </a:rPr>
              <a:t>F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+mj-lt"/>
              </a:rPr>
              <a:t>unctional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+mj-lt"/>
              </a:rPr>
              <a:t>T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+mj-lt"/>
              </a:rPr>
              <a:t>heory (DFT)?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B28F8DA-BEE9-A9A7-0626-92D0FD607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817" y="1448245"/>
            <a:ext cx="4728627" cy="45245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8BF414E0-C7DE-403E-6E4E-BB35FB4D7970}"/>
              </a:ext>
            </a:extLst>
          </p:cNvPr>
          <p:cNvSpPr txBox="1"/>
          <p:nvPr/>
        </p:nvSpPr>
        <p:spPr>
          <a:xfrm>
            <a:off x="439185" y="2174147"/>
            <a:ext cx="2610310" cy="28623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Uses electron density information to determine molecular stability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Finds the optimal structure which minimizes the total free energy in a system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6BE06FBA-5C53-6230-5E35-B34A7A358A67}"/>
              </a:ext>
            </a:extLst>
          </p:cNvPr>
          <p:cNvSpPr txBox="1"/>
          <p:nvPr/>
        </p:nvSpPr>
        <p:spPr>
          <a:xfrm>
            <a:off x="3764255" y="6334908"/>
            <a:ext cx="4024164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Mohamed, A.; Visco, D. P., Jr.; Breimaier, K.; Bastidas, D. M. </a:t>
            </a:r>
            <a:r>
              <a:rPr lang="en-US" sz="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Effect of Molecular Structure on the B3LYP-Computed HOMO–LUMO Gap: A Structure–Property Relationship Using Atomic Signatures.</a:t>
            </a: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  <a:r>
              <a:rPr lang="en-US" sz="8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ACS Omega</a:t>
            </a: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  <a:r>
              <a:rPr lang="en-US" sz="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2025</a:t>
            </a: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</a:t>
            </a:r>
            <a:r>
              <a:rPr lang="en-US" sz="8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10</a:t>
            </a:r>
            <a:r>
              <a:rPr lang="en-US" sz="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(3), 2799–2808.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D88F4B99-FB49-8957-746E-711862A8346B}"/>
              </a:ext>
            </a:extLst>
          </p:cNvPr>
          <p:cNvSpPr/>
          <p:nvPr/>
        </p:nvSpPr>
        <p:spPr>
          <a:xfrm>
            <a:off x="8144944" y="2168098"/>
            <a:ext cx="3683541" cy="2386519"/>
          </a:xfrm>
          <a:prstGeom prst="rect">
            <a:avLst/>
          </a:prstGeom>
          <a:solidFill>
            <a:srgbClr val="FFFFFF"/>
          </a:solidFill>
          <a:ln w="28575" cap="flat">
            <a:solidFill>
              <a:srgbClr val="215F9A"/>
            </a:solidFill>
            <a:custDash>
              <a:ds d="300000" sp="3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0ADA9229-201D-35C3-9B1E-AC65F9338263}"/>
              </a:ext>
            </a:extLst>
          </p:cNvPr>
          <p:cNvSpPr txBox="1"/>
          <p:nvPr/>
        </p:nvSpPr>
        <p:spPr>
          <a:xfrm>
            <a:off x="8280586" y="2627008"/>
            <a:ext cx="3411169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DFT is especially useful for describing chemical processes on length scales which cannot be easily understood by characterization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DB2984CA-BB6B-29EE-8EA2-807AD6B3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73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73CE47A-5E00-DA24-0820-EB6AD4E007EF}"/>
              </a:ext>
            </a:extLst>
          </p:cNvPr>
          <p:cNvSpPr txBox="1"/>
          <p:nvPr/>
        </p:nvSpPr>
        <p:spPr>
          <a:xfrm>
            <a:off x="433708" y="314492"/>
            <a:ext cx="10071539" cy="7670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+mj-lt"/>
              </a:rPr>
              <a:t>Goals of the Paper</a:t>
            </a:r>
          </a:p>
        </p:txBody>
      </p:sp>
      <p:grpSp>
        <p:nvGrpSpPr>
          <p:cNvPr id="5" name="Group 13">
            <a:extLst>
              <a:ext uri="{FF2B5EF4-FFF2-40B4-BE49-F238E27FC236}">
                <a16:creationId xmlns:a16="http://schemas.microsoft.com/office/drawing/2014/main" id="{2F77D8EC-B307-D465-AF91-79FD9F968009}"/>
              </a:ext>
            </a:extLst>
          </p:cNvPr>
          <p:cNvGrpSpPr/>
          <p:nvPr/>
        </p:nvGrpSpPr>
        <p:grpSpPr>
          <a:xfrm>
            <a:off x="582463" y="1960793"/>
            <a:ext cx="3325563" cy="1783957"/>
            <a:chOff x="582463" y="1960793"/>
            <a:chExt cx="3325563" cy="1783957"/>
          </a:xfrm>
        </p:grpSpPr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A212ED22-17C0-906F-41A2-829C76FC001A}"/>
                </a:ext>
              </a:extLst>
            </p:cNvPr>
            <p:cNvSpPr/>
            <p:nvPr/>
          </p:nvSpPr>
          <p:spPr>
            <a:xfrm>
              <a:off x="582463" y="1960793"/>
              <a:ext cx="3325563" cy="1783957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15608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9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2AA26831-F2AB-251F-EF83-C83BA3E5CA6D}"/>
                </a:ext>
              </a:extLst>
            </p:cNvPr>
            <p:cNvSpPr txBox="1"/>
            <p:nvPr/>
          </p:nvSpPr>
          <p:spPr>
            <a:xfrm>
              <a:off x="611550" y="2447327"/>
              <a:ext cx="3259241" cy="96949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8046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9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Review of modern literature on DFT antioxidant calculations</a:t>
              </a:r>
            </a:p>
          </p:txBody>
        </p:sp>
      </p:grpSp>
      <p:grpSp>
        <p:nvGrpSpPr>
          <p:cNvPr id="8" name="Group 12">
            <a:extLst>
              <a:ext uri="{FF2B5EF4-FFF2-40B4-BE49-F238E27FC236}">
                <a16:creationId xmlns:a16="http://schemas.microsoft.com/office/drawing/2014/main" id="{BDCA7829-77D5-E3C1-0E92-CF846E0D8410}"/>
              </a:ext>
            </a:extLst>
          </p:cNvPr>
          <p:cNvGrpSpPr/>
          <p:nvPr/>
        </p:nvGrpSpPr>
        <p:grpSpPr>
          <a:xfrm>
            <a:off x="4198815" y="1960793"/>
            <a:ext cx="3473046" cy="1773231"/>
            <a:chOff x="4198815" y="1960793"/>
            <a:chExt cx="3473046" cy="177323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47344B-0B38-6A65-A29B-E288EA64B1D8}"/>
                </a:ext>
              </a:extLst>
            </p:cNvPr>
            <p:cNvSpPr/>
            <p:nvPr/>
          </p:nvSpPr>
          <p:spPr>
            <a:xfrm>
              <a:off x="4198815" y="1960793"/>
              <a:ext cx="3473046" cy="1773231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15608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9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98477D26-4C33-CE2B-561F-55FEBC4D1C18}"/>
                </a:ext>
              </a:extLst>
            </p:cNvPr>
            <p:cNvSpPr txBox="1"/>
            <p:nvPr/>
          </p:nvSpPr>
          <p:spPr>
            <a:xfrm>
              <a:off x="4237475" y="2299057"/>
              <a:ext cx="3403780" cy="126188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8046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9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Identification of quantum molecular descriptors that best predict antioxidant reactivity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F0EDAF7-6114-0E91-9C23-13E99BA89DAB}"/>
              </a:ext>
            </a:extLst>
          </p:cNvPr>
          <p:cNvGrpSpPr/>
          <p:nvPr/>
        </p:nvGrpSpPr>
        <p:grpSpPr>
          <a:xfrm>
            <a:off x="7917378" y="1960793"/>
            <a:ext cx="3169886" cy="1775764"/>
            <a:chOff x="7917378" y="1960793"/>
            <a:chExt cx="3169886" cy="1775764"/>
          </a:xfrm>
        </p:grpSpPr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7CAECA46-91B8-A919-0061-49435D64DFCD}"/>
                </a:ext>
              </a:extLst>
            </p:cNvPr>
            <p:cNvSpPr/>
            <p:nvPr/>
          </p:nvSpPr>
          <p:spPr>
            <a:xfrm>
              <a:off x="7917378" y="1960793"/>
              <a:ext cx="3169886" cy="1775764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15608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9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0C08F9ED-F551-C29C-91E2-2213DE9D9B5C}"/>
                </a:ext>
              </a:extLst>
            </p:cNvPr>
            <p:cNvSpPr txBox="1"/>
            <p:nvPr/>
          </p:nvSpPr>
          <p:spPr>
            <a:xfrm>
              <a:off x="7952655" y="2299542"/>
              <a:ext cx="3106674" cy="96949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8046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9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rPr>
                <a:t>Clarification on the role of reaction mechanism on antioxidant performance </a:t>
              </a:r>
            </a:p>
          </p:txBody>
        </p:sp>
      </p:grpSp>
      <p:sp>
        <p:nvSpPr>
          <p:cNvPr id="14" name="TextBox 3">
            <a:extLst>
              <a:ext uri="{FF2B5EF4-FFF2-40B4-BE49-F238E27FC236}">
                <a16:creationId xmlns:a16="http://schemas.microsoft.com/office/drawing/2014/main" id="{DC7FE890-8D32-C15A-143C-D5746DBA3668}"/>
              </a:ext>
            </a:extLst>
          </p:cNvPr>
          <p:cNvSpPr txBox="1"/>
          <p:nvPr/>
        </p:nvSpPr>
        <p:spPr>
          <a:xfrm>
            <a:off x="1011591" y="4172114"/>
            <a:ext cx="2470297" cy="12618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Purpose: </a:t>
            </a:r>
            <a:r>
              <a:rPr lang="en-US" sz="19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address misconceptions and contrasting methods in a well-studied field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582D1-7A4F-CF2E-9182-694089A8FD79}"/>
              </a:ext>
            </a:extLst>
          </p:cNvPr>
          <p:cNvSpPr txBox="1"/>
          <p:nvPr/>
        </p:nvSpPr>
        <p:spPr>
          <a:xfrm>
            <a:off x="4491066" y="4170413"/>
            <a:ext cx="2544043" cy="12618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Purpose: </a:t>
            </a:r>
            <a:r>
              <a:rPr lang="en-US" sz="19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inform the scientific community on new findings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5CF189-8069-B58A-1D19-2A0BBFC29B6D}"/>
              </a:ext>
            </a:extLst>
          </p:cNvPr>
          <p:cNvSpPr txBox="1"/>
          <p:nvPr/>
        </p:nvSpPr>
        <p:spPr>
          <a:xfrm>
            <a:off x="8130853" y="4170413"/>
            <a:ext cx="2740685" cy="96949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Purpose: </a:t>
            </a:r>
            <a:r>
              <a:rPr lang="en-US" sz="19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suggest considerations for future </a:t>
            </a:r>
            <a:r>
              <a:rPr lang="en-US" sz="1900">
                <a:solidFill>
                  <a:srgbClr val="000000"/>
                </a:solidFill>
                <a:latin typeface="Aptos"/>
              </a:rPr>
              <a:t>studies</a:t>
            </a:r>
            <a:endParaRPr lang="en-US" sz="1900" b="0" i="0" u="none" strike="noStrike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7ACB308-3F9C-B0C5-6A24-9E9CC833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131" y="6327673"/>
            <a:ext cx="2743200" cy="365125"/>
          </a:xfrm>
        </p:spPr>
        <p:txBody>
          <a:bodyPr/>
          <a:lstStyle/>
          <a:p>
            <a:pPr lvl="0"/>
            <a:fld id="{191E5887-F6D0-43FA-A4EE-92638B1F6DFF}" type="slidenum">
              <a:rPr lang="en-US" sz="1400" smtClean="0">
                <a:solidFill>
                  <a:schemeClr val="tx1"/>
                </a:solidFill>
              </a:rPr>
              <a:t>4</a:t>
            </a:fld>
            <a:endParaRPr 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03">
            <a:extLst>
              <a:ext uri="{FF2B5EF4-FFF2-40B4-BE49-F238E27FC236}">
                <a16:creationId xmlns:a16="http://schemas.microsoft.com/office/drawing/2014/main" id="{D78F0289-AAB1-B96C-8C65-BFD890F1B04B}"/>
              </a:ext>
            </a:extLst>
          </p:cNvPr>
          <p:cNvSpPr txBox="1"/>
          <p:nvPr/>
        </p:nvSpPr>
        <p:spPr>
          <a:xfrm>
            <a:off x="385099" y="381003"/>
            <a:ext cx="10222297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Approach: what were the key steps in their approach?</a:t>
            </a:r>
          </a:p>
        </p:txBody>
      </p:sp>
      <p:sp>
        <p:nvSpPr>
          <p:cNvPr id="4" name="TextBox 1306">
            <a:extLst>
              <a:ext uri="{FF2B5EF4-FFF2-40B4-BE49-F238E27FC236}">
                <a16:creationId xmlns:a16="http://schemas.microsoft.com/office/drawing/2014/main" id="{087B9BEC-AC77-8A0F-3020-3E59FFFDB011}"/>
              </a:ext>
            </a:extLst>
          </p:cNvPr>
          <p:cNvSpPr txBox="1"/>
          <p:nvPr/>
        </p:nvSpPr>
        <p:spPr>
          <a:xfrm>
            <a:off x="182023" y="6448550"/>
            <a:ext cx="2555525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Images generated by Google </a:t>
            </a:r>
            <a:r>
              <a:rPr lang="en-US" sz="1200">
                <a:solidFill>
                  <a:srgbClr val="000000"/>
                </a:solidFill>
                <a:latin typeface="Aptos"/>
              </a:rPr>
              <a:t>Gemini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DFD305-9095-8A23-2556-01B86B811259}"/>
              </a:ext>
            </a:extLst>
          </p:cNvPr>
          <p:cNvSpPr/>
          <p:nvPr/>
        </p:nvSpPr>
        <p:spPr>
          <a:xfrm>
            <a:off x="352325" y="1297859"/>
            <a:ext cx="1524000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 Display" panose="020F0302020204030204"/>
              </a:rPr>
              <a:t>DFT Calculations</a:t>
            </a:r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34A1EA3-9202-ADCD-28CB-AB3EB6F12F4B}"/>
              </a:ext>
            </a:extLst>
          </p:cNvPr>
          <p:cNvSpPr/>
          <p:nvPr/>
        </p:nvSpPr>
        <p:spPr>
          <a:xfrm>
            <a:off x="2225576" y="1297859"/>
            <a:ext cx="2328335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/>
              <a:t>Descriptors</a:t>
            </a:r>
            <a:r>
              <a:rPr lang="en-US">
                <a:latin typeface="Aptos Display" panose="020F0302020204030204"/>
              </a:rPr>
              <a:t> </a:t>
            </a:r>
          </a:p>
          <a:p>
            <a:pPr lvl="0"/>
            <a:r>
              <a:rPr lang="en-US" sz="1600"/>
              <a:t>(</a:t>
            </a:r>
            <a:r>
              <a:rPr lang="en-US" sz="1400"/>
              <a:t>HOMO, </a:t>
            </a:r>
            <a:r>
              <a:rPr lang="en-US" sz="1600"/>
              <a:t>LUMO, Gap, Spin Density)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B040F96-AE11-F72F-4C5F-3FDE7CA99317}"/>
              </a:ext>
            </a:extLst>
          </p:cNvPr>
          <p:cNvSpPr/>
          <p:nvPr/>
        </p:nvSpPr>
        <p:spPr>
          <a:xfrm>
            <a:off x="7036202" y="1297859"/>
            <a:ext cx="2133599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>
                <a:latin typeface="Aptos Display" panose="020F0302020204030204"/>
              </a:rPr>
              <a:t>Consider Solvent Effect  and Analyze Radical Stabilization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2C3D97A-6F7B-32A3-E46E-8B8EFA98FA8D}"/>
              </a:ext>
            </a:extLst>
          </p:cNvPr>
          <p:cNvSpPr/>
          <p:nvPr/>
        </p:nvSpPr>
        <p:spPr>
          <a:xfrm>
            <a:off x="9519052" y="1297859"/>
            <a:ext cx="2192867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/>
              <a:t>Reaction Mechanism Analysis</a:t>
            </a:r>
            <a:r>
              <a:rPr lang="en-US">
                <a:latin typeface="Aptos Display" panose="020F0302020204030204"/>
              </a:rPr>
              <a:t> </a:t>
            </a:r>
          </a:p>
          <a:p>
            <a:pPr lvl="0"/>
            <a:r>
              <a:rPr lang="en-US" sz="1600"/>
              <a:t>(HAT, SET, SPLET)</a:t>
            </a:r>
            <a:endParaRPr lang="en-US">
              <a:latin typeface="Aptos Display" panose="020F0302020204030204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22A9E7-455B-4B5A-0176-F84A84AC8B0B}"/>
              </a:ext>
            </a:extLst>
          </p:cNvPr>
          <p:cNvCxnSpPr>
            <a:cxnSpLocks/>
          </p:cNvCxnSpPr>
          <p:nvPr/>
        </p:nvCxnSpPr>
        <p:spPr>
          <a:xfrm>
            <a:off x="1876325" y="1945559"/>
            <a:ext cx="34925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AFE537-9871-73BB-7988-DF9E19DCC68A}"/>
              </a:ext>
            </a:extLst>
          </p:cNvPr>
          <p:cNvCxnSpPr>
            <a:cxnSpLocks/>
          </p:cNvCxnSpPr>
          <p:nvPr/>
        </p:nvCxnSpPr>
        <p:spPr>
          <a:xfrm>
            <a:off x="4561455" y="1968192"/>
            <a:ext cx="443944" cy="1087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BAE012-C365-F605-F1CF-374691157719}"/>
              </a:ext>
            </a:extLst>
          </p:cNvPr>
          <p:cNvCxnSpPr>
            <a:cxnSpLocks/>
          </p:cNvCxnSpPr>
          <p:nvPr/>
        </p:nvCxnSpPr>
        <p:spPr>
          <a:xfrm>
            <a:off x="9169801" y="1945559"/>
            <a:ext cx="34925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B4B6915-1068-4502-BEC3-A9C2CB962A80}"/>
              </a:ext>
            </a:extLst>
          </p:cNvPr>
          <p:cNvSpPr/>
          <p:nvPr/>
        </p:nvSpPr>
        <p:spPr>
          <a:xfrm>
            <a:off x="4987714" y="1297859"/>
            <a:ext cx="1464732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Apply Koopman’s Theorem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A38CBA-B654-8D97-BEFA-5138ABB1BC45}"/>
              </a:ext>
            </a:extLst>
          </p:cNvPr>
          <p:cNvCxnSpPr>
            <a:cxnSpLocks/>
          </p:cNvCxnSpPr>
          <p:nvPr/>
        </p:nvCxnSpPr>
        <p:spPr>
          <a:xfrm>
            <a:off x="6452446" y="1945559"/>
            <a:ext cx="46566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AutoShape 10">
            <a:extLst>
              <a:ext uri="{FF2B5EF4-FFF2-40B4-BE49-F238E27FC236}">
                <a16:creationId xmlns:a16="http://schemas.microsoft.com/office/drawing/2014/main" id="{8CC251E4-D399-B667-DAF6-0458B7AAA4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9185" y="3389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C5C109-94CF-2432-D909-5A6B2DDB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25" y="2837119"/>
            <a:ext cx="1756480" cy="158151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EE18650-BE16-8D3B-890D-7AF3DC08A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503" y="2782848"/>
            <a:ext cx="1756480" cy="16463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CACB5FA-762E-5326-6CA7-0188A4B1C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840" y="2804018"/>
            <a:ext cx="1756480" cy="16252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31BDB97-5AFC-7087-7539-EAD586022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4555" y="2712578"/>
            <a:ext cx="1856891" cy="168004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4FDD30-16BD-8C8A-8F18-FF55BECD1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6836" y="2712578"/>
            <a:ext cx="1819385" cy="164209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623755B-839E-49E5-602A-B0D729E51B27}"/>
              </a:ext>
            </a:extLst>
          </p:cNvPr>
          <p:cNvSpPr txBox="1"/>
          <p:nvPr/>
        </p:nvSpPr>
        <p:spPr>
          <a:xfrm>
            <a:off x="179901" y="4749915"/>
            <a:ext cx="11344325" cy="15502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2300"/>
              </a:lnSpc>
            </a:pPr>
            <a:r>
              <a:rPr lang="en-US" sz="1600" b="1"/>
              <a:t>Koopman’s Theorem : </a:t>
            </a:r>
            <a:r>
              <a:rPr lang="en-US" sz="1600"/>
              <a:t>to estimate how much energy is needed to pull an electron off a molecule (Ionization Energy) based on its orbital levels.</a:t>
            </a:r>
          </a:p>
          <a:p>
            <a:pPr>
              <a:lnSpc>
                <a:spcPts val="2300"/>
              </a:lnSpc>
            </a:pPr>
            <a:r>
              <a:rPr lang="en-US" sz="1600" b="1" dirty="0"/>
              <a:t>HOMO &amp; LUMO (Energy Gaps) : </a:t>
            </a:r>
            <a:r>
              <a:rPr lang="en-US" sz="1600" dirty="0"/>
              <a:t>represents a molecule's ability to give or take electrons</a:t>
            </a:r>
          </a:p>
          <a:p>
            <a:pPr>
              <a:lnSpc>
                <a:spcPts val="2300"/>
              </a:lnSpc>
            </a:pPr>
            <a:r>
              <a:rPr lang="en-US" sz="1600" b="1"/>
              <a:t>HAT, SET, SPLET (The Defense Moves): </a:t>
            </a:r>
            <a:r>
              <a:rPr lang="en-US" sz="1600"/>
              <a:t>Three different chemical "handshakes" an antioxidant uses to neutralize a radical by transferring either a hydrogen atom or a single electron.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A57C4AB1-7307-8449-B92C-34788D55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885" y="6361087"/>
            <a:ext cx="2743200" cy="365125"/>
          </a:xfrm>
        </p:spPr>
        <p:txBody>
          <a:bodyPr/>
          <a:lstStyle/>
          <a:p>
            <a:pPr lvl="0"/>
            <a:fld id="{191E5887-F6D0-43FA-A4EE-92638B1F6DFF}" type="slidenum">
              <a:rPr lang="en-US" sz="1400" smtClean="0">
                <a:solidFill>
                  <a:schemeClr val="tx1"/>
                </a:solidFill>
              </a:rPr>
              <a:t>5</a:t>
            </a:fld>
            <a:endParaRPr 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5">
            <a:extLst>
              <a:ext uri="{FF2B5EF4-FFF2-40B4-BE49-F238E27FC236}">
                <a16:creationId xmlns:a16="http://schemas.microsoft.com/office/drawing/2014/main" id="{0D9D9E5B-DB5A-70C1-8B34-7B85D023791D}"/>
              </a:ext>
            </a:extLst>
          </p:cNvPr>
          <p:cNvSpPr txBox="1"/>
          <p:nvPr/>
        </p:nvSpPr>
        <p:spPr>
          <a:xfrm>
            <a:off x="314375" y="528887"/>
            <a:ext cx="9741807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>
                <a:solidFill>
                  <a:srgbClr val="000000"/>
                </a:solidFill>
                <a:ea typeface="+mn-lt"/>
                <a:cs typeface="+mn-lt"/>
              </a:rPr>
              <a:t>Connecting Molecular Structure to Antioxidant Performance</a:t>
            </a:r>
            <a:endParaRPr lang="en-US"/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DB059F81-E83B-2425-7197-CC4DDA47EF8C}"/>
              </a:ext>
            </a:extLst>
          </p:cNvPr>
          <p:cNvSpPr txBox="1"/>
          <p:nvPr/>
        </p:nvSpPr>
        <p:spPr>
          <a:xfrm>
            <a:off x="423519" y="2005899"/>
            <a:ext cx="3246778" cy="9233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Performance of antioxidants is directly related to its ability to donate a hydrogen or electron</a:t>
            </a:r>
          </a:p>
        </p:txBody>
      </p:sp>
      <p:pic>
        <p:nvPicPr>
          <p:cNvPr id="7" name="Picture 21">
            <a:extLst>
              <a:ext uri="{FF2B5EF4-FFF2-40B4-BE49-F238E27FC236}">
                <a16:creationId xmlns:a16="http://schemas.microsoft.com/office/drawing/2014/main" id="{5171EDAB-2B54-8FCF-6F33-D4FF4CA66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92" y="2005900"/>
            <a:ext cx="3306788" cy="195915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7A2CFD7B-E800-9455-75CC-CBA3D5DCA9F9}"/>
              </a:ext>
            </a:extLst>
          </p:cNvPr>
          <p:cNvSpPr txBox="1"/>
          <p:nvPr/>
        </p:nvSpPr>
        <p:spPr>
          <a:xfrm>
            <a:off x="3583630" y="4590590"/>
            <a:ext cx="3449939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Vitamin C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(commonly cited antioxidant)</a:t>
            </a:r>
          </a:p>
        </p:txBody>
      </p:sp>
      <p:cxnSp>
        <p:nvCxnSpPr>
          <p:cNvPr id="11" name="Straight Arrow Connector 5">
            <a:extLst>
              <a:ext uri="{FF2B5EF4-FFF2-40B4-BE49-F238E27FC236}">
                <a16:creationId xmlns:a16="http://schemas.microsoft.com/office/drawing/2014/main" id="{E6FFAFE0-1DBB-8F54-2AAA-EE8DB2851F0C}"/>
              </a:ext>
            </a:extLst>
          </p:cNvPr>
          <p:cNvCxnSpPr>
            <a:cxnSpLocks/>
          </p:cNvCxnSpPr>
          <p:nvPr/>
        </p:nvCxnSpPr>
        <p:spPr>
          <a:xfrm flipH="1" flipV="1">
            <a:off x="6404896" y="3357171"/>
            <a:ext cx="1198989" cy="534772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5D8B361-9641-BDE8-2EA2-6E9D1227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2533" y="6373283"/>
            <a:ext cx="2743200" cy="365125"/>
          </a:xfrm>
        </p:spPr>
        <p:txBody>
          <a:bodyPr/>
          <a:lstStyle/>
          <a:p>
            <a:pPr lvl="0"/>
            <a:fld id="{191E5887-F6D0-43FA-A4EE-92638B1F6DFF}" type="slidenum">
              <a:rPr lang="en-US" sz="1400" smtClean="0">
                <a:solidFill>
                  <a:schemeClr val="tx1"/>
                </a:solidFill>
              </a:rPr>
              <a:t>6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552F3-41BF-325E-7D48-3151D73BFF97}"/>
              </a:ext>
            </a:extLst>
          </p:cNvPr>
          <p:cNvSpPr/>
          <p:nvPr/>
        </p:nvSpPr>
        <p:spPr>
          <a:xfrm>
            <a:off x="7628466" y="3155379"/>
            <a:ext cx="3268133" cy="17189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>
                <a:solidFill>
                  <a:schemeClr val="bg1"/>
                </a:solidFill>
              </a:rPr>
              <a:t>Common features of 'good' antioxidants: </a:t>
            </a:r>
          </a:p>
          <a:p>
            <a:pPr marL="285750" lvl="0" indent="-285750" defTabSz="91440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>
                <a:solidFill>
                  <a:schemeClr val="bg1"/>
                </a:solidFill>
              </a:rPr>
              <a:t>Conjugation</a:t>
            </a:r>
          </a:p>
          <a:p>
            <a:pPr marL="285750" lvl="0" indent="-285750" defTabSz="91440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>
                <a:solidFill>
                  <a:schemeClr val="bg1"/>
                </a:solidFill>
              </a:rPr>
              <a:t>Hydrogen-donating side groups</a:t>
            </a:r>
          </a:p>
          <a:p>
            <a:pPr algn="ctr"/>
            <a:endParaRPr lang="en-US"/>
          </a:p>
        </p:txBody>
      </p:sp>
      <p:cxnSp>
        <p:nvCxnSpPr>
          <p:cNvPr id="2" name="Straight Arrow Connector 5">
            <a:extLst>
              <a:ext uri="{FF2B5EF4-FFF2-40B4-BE49-F238E27FC236}">
                <a16:creationId xmlns:a16="http://schemas.microsoft.com/office/drawing/2014/main" id="{DCD27BE5-72D0-FB1A-1289-E1ED7FE44745}"/>
              </a:ext>
            </a:extLst>
          </p:cNvPr>
          <p:cNvCxnSpPr>
            <a:cxnSpLocks/>
          </p:cNvCxnSpPr>
          <p:nvPr/>
        </p:nvCxnSpPr>
        <p:spPr>
          <a:xfrm flipH="1" flipV="1">
            <a:off x="6994830" y="3934814"/>
            <a:ext cx="965473" cy="399579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10627E-1FE7-91F9-8B43-A550D8B76D21}"/>
              </a:ext>
            </a:extLst>
          </p:cNvPr>
          <p:cNvSpPr/>
          <p:nvPr/>
        </p:nvSpPr>
        <p:spPr>
          <a:xfrm>
            <a:off x="935892" y="1622994"/>
            <a:ext cx="1744133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Use DFT Descriptors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6E9D9E-192A-9864-C3F4-9EFC53510104}"/>
              </a:ext>
            </a:extLst>
          </p:cNvPr>
          <p:cNvGrpSpPr/>
          <p:nvPr/>
        </p:nvGrpSpPr>
        <p:grpSpPr>
          <a:xfrm>
            <a:off x="2857826" y="1745291"/>
            <a:ext cx="1050805" cy="1050805"/>
            <a:chOff x="1960214" y="2183930"/>
            <a:chExt cx="1050805" cy="1050805"/>
          </a:xfrm>
        </p:grpSpPr>
        <p:sp>
          <p:nvSpPr>
            <p:cNvPr id="8" name="Plus Sign 7">
              <a:extLst>
                <a:ext uri="{FF2B5EF4-FFF2-40B4-BE49-F238E27FC236}">
                  <a16:creationId xmlns:a16="http://schemas.microsoft.com/office/drawing/2014/main" id="{D7EB8C17-C17D-0A7C-7535-5467EA87127D}"/>
                </a:ext>
              </a:extLst>
            </p:cNvPr>
            <p:cNvSpPr/>
            <p:nvPr/>
          </p:nvSpPr>
          <p:spPr>
            <a:xfrm>
              <a:off x="1960214" y="2183930"/>
              <a:ext cx="1050805" cy="1050805"/>
            </a:xfrm>
            <a:prstGeom prst="mathPlus">
              <a:avLst/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Plus Sign 4">
              <a:extLst>
                <a:ext uri="{FF2B5EF4-FFF2-40B4-BE49-F238E27FC236}">
                  <a16:creationId xmlns:a16="http://schemas.microsoft.com/office/drawing/2014/main" id="{CBD8CC96-DA7E-2412-1378-72D4350FEEA1}"/>
                </a:ext>
              </a:extLst>
            </p:cNvPr>
            <p:cNvSpPr txBox="1"/>
            <p:nvPr/>
          </p:nvSpPr>
          <p:spPr>
            <a:xfrm>
              <a:off x="2099498" y="2585758"/>
              <a:ext cx="772237" cy="2471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700" kern="1200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64DB550C-A32D-91BB-B204-D6645337E847}"/>
              </a:ext>
            </a:extLst>
          </p:cNvPr>
          <p:cNvSpPr/>
          <p:nvPr/>
        </p:nvSpPr>
        <p:spPr>
          <a:xfrm>
            <a:off x="4047915" y="1402860"/>
            <a:ext cx="1744133" cy="1617133"/>
          </a:xfrm>
          <a:prstGeom prst="ellipse">
            <a:avLst/>
          </a:prstGeom>
          <a:solidFill>
            <a:srgbClr val="C951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Structural Features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54251A48-B7F7-C6E2-A693-674BE9474EC0}"/>
              </a:ext>
            </a:extLst>
          </p:cNvPr>
          <p:cNvSpPr txBox="1"/>
          <p:nvPr/>
        </p:nvSpPr>
        <p:spPr>
          <a:xfrm>
            <a:off x="297441" y="375319"/>
            <a:ext cx="9741807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Using DFT in </a:t>
            </a:r>
            <a:r>
              <a:rPr lang="en-US" sz="3600">
                <a:solidFill>
                  <a:srgbClr val="000000"/>
                </a:solidFill>
                <a:latin typeface="Aptos Display"/>
              </a:rPr>
              <a:t>O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ur Project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67702A-FC18-53D1-C919-448F96EB8D6D}"/>
              </a:ext>
            </a:extLst>
          </p:cNvPr>
          <p:cNvSpPr/>
          <p:nvPr/>
        </p:nvSpPr>
        <p:spPr>
          <a:xfrm>
            <a:off x="1882024" y="4810151"/>
            <a:ext cx="2963334" cy="119380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ML Model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39098B08-375B-5428-1F0E-A2D5773F9325}"/>
              </a:ext>
            </a:extLst>
          </p:cNvPr>
          <p:cNvSpPr/>
          <p:nvPr/>
        </p:nvSpPr>
        <p:spPr>
          <a:xfrm>
            <a:off x="3191570" y="4429369"/>
            <a:ext cx="422394" cy="432465"/>
          </a:xfrm>
          <a:prstGeom prst="downArrow">
            <a:avLst/>
          </a:prstGeom>
          <a:solidFill>
            <a:srgbClr val="AAB6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F6A288-2980-52C4-5A7C-D9A1E9FF9FE3}"/>
              </a:ext>
            </a:extLst>
          </p:cNvPr>
          <p:cNvSpPr txBox="1"/>
          <p:nvPr/>
        </p:nvSpPr>
        <p:spPr>
          <a:xfrm>
            <a:off x="333093" y="6067826"/>
            <a:ext cx="6096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predict radical-scavenging rates and rank antioxidant candidates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A7430B-E624-9B0E-469C-1ADA8D0D7134}"/>
              </a:ext>
            </a:extLst>
          </p:cNvPr>
          <p:cNvSpPr/>
          <p:nvPr/>
        </p:nvSpPr>
        <p:spPr>
          <a:xfrm>
            <a:off x="356901" y="1286281"/>
            <a:ext cx="6101211" cy="3094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78D9E6-99EF-CD19-2639-8157278FE92D}"/>
              </a:ext>
            </a:extLst>
          </p:cNvPr>
          <p:cNvSpPr txBox="1"/>
          <p:nvPr/>
        </p:nvSpPr>
        <p:spPr>
          <a:xfrm>
            <a:off x="6584461" y="1021650"/>
            <a:ext cx="5157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Influenced of Review on our Model Parameters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16D110-314B-D542-61DB-A4C9C620D0B9}"/>
              </a:ext>
            </a:extLst>
          </p:cNvPr>
          <p:cNvSpPr txBox="1"/>
          <p:nvPr/>
        </p:nvSpPr>
        <p:spPr>
          <a:xfrm>
            <a:off x="6623538" y="1712219"/>
            <a:ext cx="5568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100000"/>
            </a:pPr>
            <a:r>
              <a:rPr lang="en-US"/>
              <a:t>Instead of only using experimental variables, you could include: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E37E81-76CB-6AC5-5A4C-19B419410863}"/>
              </a:ext>
            </a:extLst>
          </p:cNvPr>
          <p:cNvSpPr txBox="1"/>
          <p:nvPr/>
        </p:nvSpPr>
        <p:spPr>
          <a:xfrm>
            <a:off x="7266551" y="2913624"/>
            <a:ext cx="4019788" cy="25453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lvl="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/>
              <a:t>HOMO energy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/>
              <a:t>LUMO energy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/>
              <a:t>HOMO-LUMO gap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/>
              <a:t>Bond dissociation energy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/>
              <a:t>Spin density</a:t>
            </a:r>
            <a:endParaRPr lang="en-US">
              <a:solidFill>
                <a:srgbClr val="444444"/>
              </a:solidFill>
            </a:endParaRPr>
          </a:p>
          <a:p>
            <a:pPr marL="285750" lvl="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/>
              <a:t>Molecular structure descriptors</a:t>
            </a:r>
            <a:endParaRPr lang="en-US">
              <a:solidFill>
                <a:srgbClr val="444444"/>
              </a:solidFill>
            </a:endParaRPr>
          </a:p>
        </p:txBody>
      </p:sp>
      <p:sp>
        <p:nvSpPr>
          <p:cNvPr id="31" name="Slide Number Placeholder 10">
            <a:extLst>
              <a:ext uri="{FF2B5EF4-FFF2-40B4-BE49-F238E27FC236}">
                <a16:creationId xmlns:a16="http://schemas.microsoft.com/office/drawing/2014/main" id="{204F921C-4443-ECA8-F8A8-BA66BEE2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5864" y="6347587"/>
            <a:ext cx="2743200" cy="365125"/>
          </a:xfrm>
        </p:spPr>
        <p:txBody>
          <a:bodyPr/>
          <a:lstStyle/>
          <a:p>
            <a:pPr lvl="0"/>
            <a:r>
              <a:rPr lang="en-US" sz="140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A1F3F-E0DF-05ED-AD30-C2A92D0D75A3}"/>
              </a:ext>
            </a:extLst>
          </p:cNvPr>
          <p:cNvSpPr txBox="1"/>
          <p:nvPr/>
        </p:nvSpPr>
        <p:spPr>
          <a:xfrm>
            <a:off x="368684" y="3018307"/>
            <a:ext cx="605564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>
              <a:solidFill>
                <a:schemeClr val="bg2">
                  <a:lumMod val="25000"/>
                </a:schemeClr>
              </a:solidFill>
              <a:latin typeface="Aptos"/>
              <a:ea typeface="Arial"/>
              <a:cs typeface="Arial"/>
            </a:endParaRPr>
          </a:p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Aptos"/>
                <a:ea typeface="Arial"/>
                <a:cs typeface="Arial"/>
              </a:rPr>
              <a:t>Combine theses with structural features from SMILES/Morgan fingerprints ​ 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Aptos"/>
                <a:ea typeface="Arial"/>
                <a:cs typeface="Arial"/>
              </a:rPr>
              <a:t>Included with environmental variables such as radical type, solvent, temperature, and pH​</a:t>
            </a:r>
          </a:p>
          <a:p>
            <a:pPr lvl="0" rtl="0"/>
            <a:endParaRPr lang="en-US" sz="1400">
              <a:solidFill>
                <a:schemeClr val="bg2">
                  <a:lumMod val="25000"/>
                </a:schemeClr>
              </a:solidFill>
              <a:latin typeface="Aptos"/>
              <a:ea typeface="Arial"/>
              <a:cs typeface="Arial"/>
            </a:endParaRPr>
          </a:p>
          <a:p>
            <a:pPr algn="ctr"/>
            <a:endParaRPr lang="en-US" sz="200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297568-F082-FF33-8098-ACDDBE04F826}"/>
              </a:ext>
            </a:extLst>
          </p:cNvPr>
          <p:cNvSpPr txBox="1"/>
          <p:nvPr/>
        </p:nvSpPr>
        <p:spPr>
          <a:xfrm>
            <a:off x="452381" y="367573"/>
            <a:ext cx="5439829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>
                <a:latin typeface="+mj-lt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91D43-8F02-AE8E-4664-028DD1282117}"/>
              </a:ext>
            </a:extLst>
          </p:cNvPr>
          <p:cNvSpPr txBox="1"/>
          <p:nvPr/>
        </p:nvSpPr>
        <p:spPr>
          <a:xfrm>
            <a:off x="1154503" y="1244306"/>
            <a:ext cx="3352117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Chemistry Takeaways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E54C1-3FD1-46C5-7C93-3595F73A9656}"/>
              </a:ext>
            </a:extLst>
          </p:cNvPr>
          <p:cNvSpPr txBox="1"/>
          <p:nvPr/>
        </p:nvSpPr>
        <p:spPr>
          <a:xfrm>
            <a:off x="7105948" y="1240164"/>
            <a:ext cx="3968752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Data Science Takeaways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C19131-5BFB-B113-925C-73925F466090}"/>
              </a:ext>
            </a:extLst>
          </p:cNvPr>
          <p:cNvSpPr txBox="1"/>
          <p:nvPr/>
        </p:nvSpPr>
        <p:spPr>
          <a:xfrm>
            <a:off x="655688" y="3641666"/>
            <a:ext cx="4349745" cy="230832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Molecules with a higher HOMO level and smaller HOMO-LUMO gap are best at scavenging radicals</a:t>
            </a:r>
            <a:endParaRPr lang="en-US"/>
          </a:p>
          <a:p>
            <a:pPr marL="342900" marR="0" lvl="0" indent="-34290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Radical stabilization through electron delocalization (aromatic rings) is crucial to antioxidant stability</a:t>
            </a:r>
          </a:p>
          <a:p>
            <a:pPr marL="342900" marR="0" lvl="0" indent="-34290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precise reaction pathway depends primarily on solvent behavior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2464B836-7DBA-0227-07EE-726738009B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93" t="18537" r="27793" b="15181"/>
          <a:stretch>
            <a:fillRect/>
          </a:stretch>
        </p:blipFill>
        <p:spPr>
          <a:xfrm>
            <a:off x="1711290" y="1998311"/>
            <a:ext cx="1582243" cy="135101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D3BCFE63-3BE6-CA27-C979-D17FEDCF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97" t="17732" r="30781" b="14832"/>
          <a:stretch>
            <a:fillRect/>
          </a:stretch>
        </p:blipFill>
        <p:spPr>
          <a:xfrm>
            <a:off x="8001189" y="1758802"/>
            <a:ext cx="1582243" cy="156848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CD726480-7BBF-7EAC-66EC-03DD254840FF}"/>
              </a:ext>
            </a:extLst>
          </p:cNvPr>
          <p:cNvSpPr txBox="1"/>
          <p:nvPr/>
        </p:nvSpPr>
        <p:spPr>
          <a:xfrm>
            <a:off x="0" y="6451309"/>
            <a:ext cx="2934023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Symbols generated using Google Gemini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665C300-5AC6-1CB3-1186-B59462D560E1}"/>
              </a:ext>
            </a:extLst>
          </p:cNvPr>
          <p:cNvSpPr txBox="1"/>
          <p:nvPr/>
        </p:nvSpPr>
        <p:spPr>
          <a:xfrm>
            <a:off x="6561342" y="3544925"/>
            <a:ext cx="4656992" cy="286232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Structural descriptors and DFT outputs can be combined as ML features for predicting antioxidant performance.</a:t>
            </a:r>
            <a:endParaRPr lang="en-US"/>
          </a:p>
          <a:p>
            <a:pPr marL="342900" marR="0" lvl="0" indent="-342900" algn="l" defTabSz="914400" rtl="0" fontAlgn="auto" hangingPunct="1"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Interpretable models help reveal which molecular patterns control electronic behavior and reactivity.</a:t>
            </a:r>
          </a:p>
          <a:p>
            <a:pPr marL="342900" marR="0" lvl="0" indent="-342900" algn="l" defTabSz="914400" rtl="0" fontAlgn="auto" hangingPunct="1"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This approach enables faster screening and ranking of candidate stabilizers before experimental validation.</a:t>
            </a:r>
          </a:p>
          <a:p>
            <a:pPr marL="342900" marR="0" lvl="0" indent="-342900" algn="ctr" defTabSz="914400" rtl="0" fontAlgn="auto" hangingPunct="1">
              <a:spcAft>
                <a:spcPts val="0"/>
              </a:spcAft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3BFB1AE-20B6-410C-F9F8-59EB6230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6535" y="6363183"/>
            <a:ext cx="2743200" cy="365125"/>
          </a:xfrm>
        </p:spPr>
        <p:txBody>
          <a:bodyPr/>
          <a:lstStyle/>
          <a:p>
            <a:pPr lvl="0"/>
            <a:r>
              <a:rPr lang="en-US" sz="1400">
                <a:solidFill>
                  <a:schemeClr val="tx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3A0D061-71AB-E665-9D01-3F0E69F9B3D6}"/>
              </a:ext>
            </a:extLst>
          </p:cNvPr>
          <p:cNvSpPr txBox="1"/>
          <p:nvPr/>
        </p:nvSpPr>
        <p:spPr>
          <a:xfrm>
            <a:off x="290653" y="427840"/>
            <a:ext cx="9972263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uFillTx/>
                <a:latin typeface="+mj-lt"/>
              </a:rPr>
              <a:t>Critique - Strengths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B5C256E-F2E9-AF82-656E-C85F56168C25}"/>
              </a:ext>
            </a:extLst>
          </p:cNvPr>
          <p:cNvSpPr txBox="1"/>
          <p:nvPr/>
        </p:nvSpPr>
        <p:spPr>
          <a:xfrm>
            <a:off x="-153105" y="1194855"/>
            <a:ext cx="5839047" cy="24575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1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Describes molecular phenomena in a simple but thorough fashion</a:t>
            </a:r>
          </a:p>
          <a:p>
            <a:pPr marL="1200150" marR="0" lvl="2" indent="-2857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Explains the physics behind macroscopic material properties</a:t>
            </a:r>
          </a:p>
          <a:p>
            <a:pPr marL="1200150" marR="0" lvl="2" indent="-2857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Connects complicated mathematical transforms to straight-forward takeaways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76A396F-B33C-ED69-5C19-8C2955C5E078}"/>
              </a:ext>
            </a:extLst>
          </p:cNvPr>
          <p:cNvSpPr txBox="1"/>
          <p:nvPr/>
        </p:nvSpPr>
        <p:spPr>
          <a:xfrm>
            <a:off x="6001613" y="1194855"/>
            <a:ext cx="6190387" cy="384720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Complete overview of literature developments on DFT antioxidant computation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742950" marR="0" lvl="1" indent="-2857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Lends credibility to their proposed method by explaining past literature shortcomings</a:t>
            </a:r>
          </a:p>
          <a:p>
            <a:pPr marL="742950" marR="0" lvl="1" indent="-2857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Describes the advantage of new developments in DFT computation</a:t>
            </a:r>
          </a:p>
          <a:p>
            <a:pPr marL="742950" marR="0" lvl="1" indent="-2857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742950" marR="0" lvl="1" indent="-2857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/>
              <a:buChar char="§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cxnSp>
        <p:nvCxnSpPr>
          <p:cNvPr id="6" name="Straight Arrow Connector 2">
            <a:extLst>
              <a:ext uri="{FF2B5EF4-FFF2-40B4-BE49-F238E27FC236}">
                <a16:creationId xmlns:a16="http://schemas.microsoft.com/office/drawing/2014/main" id="{F66219EB-0C56-26FE-34C7-5CADFB5FA92C}"/>
              </a:ext>
            </a:extLst>
          </p:cNvPr>
          <p:cNvCxnSpPr/>
          <p:nvPr/>
        </p:nvCxnSpPr>
        <p:spPr>
          <a:xfrm>
            <a:off x="5906489" y="1198467"/>
            <a:ext cx="36922" cy="5111898"/>
          </a:xfrm>
          <a:prstGeom prst="straightConnector1">
            <a:avLst/>
          </a:prstGeom>
          <a:noFill/>
          <a:ln w="19046" cap="flat">
            <a:solidFill>
              <a:schemeClr val="accent1"/>
            </a:solidFill>
            <a:prstDash val="solid"/>
            <a:miter/>
          </a:ln>
        </p:spPr>
      </p:cxnSp>
      <p:pic>
        <p:nvPicPr>
          <p:cNvPr id="7" name="Picture 7">
            <a:extLst>
              <a:ext uri="{FF2B5EF4-FFF2-40B4-BE49-F238E27FC236}">
                <a16:creationId xmlns:a16="http://schemas.microsoft.com/office/drawing/2014/main" id="{0A50419F-7FA0-FC16-060E-ECCF80F4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22" r="439" b="75497"/>
          <a:stretch>
            <a:fillRect/>
          </a:stretch>
        </p:blipFill>
        <p:spPr>
          <a:xfrm>
            <a:off x="6001613" y="3771653"/>
            <a:ext cx="6097972" cy="11166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2B0B0D2-BB86-AB8A-224B-3C34BB71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64" y="3937872"/>
            <a:ext cx="3583378" cy="190086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77DB79-14E6-2B01-0501-D6018A7746A9}"/>
              </a:ext>
            </a:extLst>
          </p:cNvPr>
          <p:cNvSpPr txBox="1"/>
          <p:nvPr/>
        </p:nvSpPr>
        <p:spPr>
          <a:xfrm>
            <a:off x="575093" y="5959419"/>
            <a:ext cx="60960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A. Adamo and D. Jacquemin,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Chem. Soc. Rev.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2013,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42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845–856, DOI: 10.1039/C2CS35394F. 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693202A-43AF-6CD0-89A3-AE0109A0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1283" y="6314813"/>
            <a:ext cx="2743200" cy="365125"/>
          </a:xfrm>
        </p:spPr>
        <p:txBody>
          <a:bodyPr/>
          <a:lstStyle/>
          <a:p>
            <a:pPr lvl="0"/>
            <a:r>
              <a:rPr lang="en-US" sz="1400">
                <a:solidFill>
                  <a:schemeClr val="tx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7D44BC1A-49EC-1FBA-9ECA-6D709B6BB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73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33F1B7AB-515E-7E92-2C7E-FDCD9BA3B212}"/>
              </a:ext>
            </a:extLst>
          </p:cNvPr>
          <p:cNvSpPr txBox="1"/>
          <p:nvPr/>
        </p:nvSpPr>
        <p:spPr>
          <a:xfrm>
            <a:off x="318436" y="410892"/>
            <a:ext cx="10066117" cy="12984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0" i="0" u="none" strike="noStrike" kern="1200" cap="none" spc="0" baseline="0">
                <a:solidFill>
                  <a:srgbClr val="000000"/>
                </a:solidFill>
                <a:uFillTx/>
                <a:latin typeface="Aptos Display"/>
              </a:rPr>
              <a:t>Critique - Weaknesses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3A200C3-330F-A582-85B3-79625B73A2EC}"/>
              </a:ext>
            </a:extLst>
          </p:cNvPr>
          <p:cNvSpPr txBox="1"/>
          <p:nvPr/>
        </p:nvSpPr>
        <p:spPr>
          <a:xfrm>
            <a:off x="318458" y="2110682"/>
            <a:ext cx="5637952" cy="365382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No experimental validation!</a:t>
            </a:r>
            <a:endParaRPr lang="en-US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9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paper discusses the computational methods and chemical takeaways, but there is </a:t>
            </a:r>
            <a:r>
              <a:rPr lang="en-US" sz="19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no discussion comparing the accuracy of the models </a:t>
            </a:r>
            <a:r>
              <a:rPr lang="en-US" sz="19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to real world applications</a:t>
            </a:r>
          </a:p>
          <a:p>
            <a:pPr marL="28575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Primarily discusses computational methods as a way of screening candidates, </a:t>
            </a:r>
            <a:r>
              <a:rPr lang="en-US" sz="19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not empirical determination of rate/performance</a:t>
            </a:r>
          </a:p>
          <a:p>
            <a:pPr marL="0" marR="0" lvl="0" indent="-22860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9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3C6A277-DF13-48F6-30BF-C481A750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999" y="2305842"/>
            <a:ext cx="5150275" cy="277710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87F0EA67-97FD-80BF-6D41-E670AAEFC9C0}"/>
              </a:ext>
            </a:extLst>
          </p:cNvPr>
          <p:cNvSpPr txBox="1"/>
          <p:nvPr/>
        </p:nvSpPr>
        <p:spPr>
          <a:xfrm>
            <a:off x="422233" y="1451427"/>
            <a:ext cx="6749140" cy="2018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CA4E6A8A-A1A6-76E5-8802-45DCE50FE2C1}"/>
              </a:ext>
            </a:extLst>
          </p:cNvPr>
          <p:cNvSpPr txBox="1"/>
          <p:nvPr/>
        </p:nvSpPr>
        <p:spPr>
          <a:xfrm>
            <a:off x="6282906" y="5269303"/>
            <a:ext cx="6096003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Cheng, G.-J.; Zhang, X.; Chung, L. W.; Xu, L.; Wu, Y.-D. </a:t>
            </a:r>
            <a:r>
              <a:rPr lang="en-US" sz="14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J. Am. Chem. Soc.</a:t>
            </a: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2015</a:t>
            </a: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</a:t>
            </a:r>
            <a:r>
              <a:rPr lang="en-US" sz="14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137</a:t>
            </a: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1706–1725. https://doi.org/10.1021/ja5112749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1C90A833-DDDC-D61B-244F-086C1BFD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219" y="6347587"/>
            <a:ext cx="2743200" cy="365125"/>
          </a:xfrm>
        </p:spPr>
        <p:txBody>
          <a:bodyPr/>
          <a:lstStyle/>
          <a:p>
            <a:pPr lvl="0"/>
            <a:r>
              <a:rPr lang="en-US" sz="1400">
                <a:solidFill>
                  <a:schemeClr val="tx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EF969B4D-B2BF-B76B-4C72-5A7FD8E0AE0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9236125" y="6242617"/>
            <a:ext cx="2743200" cy="365129"/>
          </a:xfrm>
        </p:spPr>
        <p:txBody>
          <a:bodyPr/>
          <a:lstStyle/>
          <a:p>
            <a:pPr lvl="0"/>
            <a:endParaRPr lang="en-US" sz="2000">
              <a:solidFill>
                <a:srgbClr val="3A3A3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15769-B00C-3B8D-003B-A29490812971}"/>
              </a:ext>
            </a:extLst>
          </p:cNvPr>
          <p:cNvSpPr txBox="1"/>
          <p:nvPr/>
        </p:nvSpPr>
        <p:spPr>
          <a:xfrm>
            <a:off x="3047996" y="1984568"/>
            <a:ext cx="6096003" cy="25545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Kalyani</dc:creator>
  <cp:revision>7</cp:revision>
  <dcterms:created xsi:type="dcterms:W3CDTF">2026-03-05T20:16:44Z</dcterms:created>
  <dcterms:modified xsi:type="dcterms:W3CDTF">2026-03-11T19:54:18Z</dcterms:modified>
</cp:coreProperties>
</file>