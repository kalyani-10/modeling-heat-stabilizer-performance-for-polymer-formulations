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70" r:id="rId4"/>
    <p:sldId id="280" r:id="rId5"/>
    <p:sldId id="302" r:id="rId6"/>
    <p:sldId id="283" r:id="rId7"/>
    <p:sldId id="282" r:id="rId8"/>
    <p:sldId id="275" r:id="rId9"/>
    <p:sldId id="274" r:id="rId10"/>
    <p:sldId id="284" r:id="rId11"/>
    <p:sldId id="281" r:id="rId12"/>
    <p:sldId id="297" r:id="rId13"/>
    <p:sldId id="279" r:id="rId14"/>
    <p:sldId id="300" r:id="rId15"/>
    <p:sldId id="298" r:id="rId16"/>
    <p:sldId id="301" r:id="rId17"/>
    <p:sldId id="303" r:id="rId18"/>
    <p:sldId id="278" r:id="rId19"/>
    <p:sldId id="296" r:id="rId20"/>
    <p:sldId id="295" r:id="rId21"/>
    <p:sldId id="272" r:id="rId22"/>
    <p:sldId id="294" r:id="rId23"/>
    <p:sldId id="273" r:id="rId24"/>
    <p:sldId id="265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4CCA92-15A3-F238-AF98-167515078ADD}" name="dtrott@udel.edu" initials="dt" userId="S::urn:spo:guest#dtrott@udel.edu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898"/>
    <a:srgbClr val="FFEAB8"/>
    <a:srgbClr val="E3D1A6"/>
    <a:srgbClr val="EDD18E"/>
    <a:srgbClr val="91ED9F"/>
    <a:srgbClr val="5BD96E"/>
    <a:srgbClr val="093C92"/>
    <a:srgbClr val="0E74BC"/>
    <a:srgbClr val="2A2A68"/>
    <a:srgbClr val="3734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4852F2-887E-026A-32B9-3ED94ACF60A7}" v="1355" dt="2026-04-13T18:01:09.182"/>
    <p1510:client id="{4C36B922-6870-DC5E-86D1-72658005C0C9}" v="169" dt="2026-04-13T17:50:28.532"/>
    <p1510:client id="{71392240-EBB0-1FA7-CE04-9F84EBDE13FF}" v="545" dt="2026-04-12T21:02:37.748"/>
    <p1510:client id="{83EECF6C-8FEE-F64B-C691-B4D3DE6B19A7}" v="255" dt="2026-04-13T16:05:17.181"/>
    <p1510:client id="{8F1FEB49-6807-CAAA-D271-03A7627B8D23}" v="448" dt="2026-04-13T17:08:38.959"/>
    <p1510:client id="{9ACE6A37-6D7A-F330-43F7-37CA193F7231}" v="780" dt="2026-04-13T16:53:36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trott@udel.edu" userId="S::urn:spo:guest#dtrott@udel.edu::" providerId="AD" clId="Web-{37C1354D-60ED-6135-A044-C19A42C58304}"/>
    <pc:docChg chg="modSld">
      <pc:chgData name="dtrott@udel.edu" userId="S::urn:spo:guest#dtrott@udel.edu::" providerId="AD" clId="Web-{37C1354D-60ED-6135-A044-C19A42C58304}" dt="2026-04-10T12:41:23.205" v="656" actId="1076"/>
      <pc:docMkLst>
        <pc:docMk/>
      </pc:docMkLst>
      <pc:sldChg chg="modSp">
        <pc:chgData name="dtrott@udel.edu" userId="S::urn:spo:guest#dtrott@udel.edu::" providerId="AD" clId="Web-{37C1354D-60ED-6135-A044-C19A42C58304}" dt="2026-04-10T12:21:27.668" v="229" actId="1076"/>
        <pc:sldMkLst>
          <pc:docMk/>
          <pc:sldMk cId="0" sldId="257"/>
        </pc:sldMkLst>
        <pc:spChg chg="mod">
          <ac:chgData name="dtrott@udel.edu" userId="S::urn:spo:guest#dtrott@udel.edu::" providerId="AD" clId="Web-{37C1354D-60ED-6135-A044-C19A42C58304}" dt="2026-04-10T12:21:27.668" v="229" actId="1076"/>
          <ac:spMkLst>
            <pc:docMk/>
            <pc:sldMk cId="0" sldId="257"/>
            <ac:spMk id="64" creationId="{00000000-0000-0000-0000-000000000000}"/>
          </ac:spMkLst>
        </pc:spChg>
      </pc:sldChg>
      <pc:sldChg chg="modSp">
        <pc:chgData name="dtrott@udel.edu" userId="S::urn:spo:guest#dtrott@udel.edu::" providerId="AD" clId="Web-{37C1354D-60ED-6135-A044-C19A42C58304}" dt="2026-04-10T12:37:52.983" v="612" actId="20577"/>
        <pc:sldMkLst>
          <pc:docMk/>
          <pc:sldMk cId="4083245122" sldId="270"/>
        </pc:sldMkLst>
        <pc:spChg chg="mod">
          <ac:chgData name="dtrott@udel.edu" userId="S::urn:spo:guest#dtrott@udel.edu::" providerId="AD" clId="Web-{37C1354D-60ED-6135-A044-C19A42C58304}" dt="2026-04-10T12:37:47.545" v="611" actId="20577"/>
          <ac:spMkLst>
            <pc:docMk/>
            <pc:sldMk cId="4083245122" sldId="270"/>
            <ac:spMk id="2" creationId="{EE10DAB6-3587-97AE-B095-8A0F1944A226}"/>
          </ac:spMkLst>
        </pc:spChg>
        <pc:spChg chg="mod">
          <ac:chgData name="dtrott@udel.edu" userId="S::urn:spo:guest#dtrott@udel.edu::" providerId="AD" clId="Web-{37C1354D-60ED-6135-A044-C19A42C58304}" dt="2026-04-10T12:37:52.983" v="612" actId="20577"/>
          <ac:spMkLst>
            <pc:docMk/>
            <pc:sldMk cId="4083245122" sldId="270"/>
            <ac:spMk id="7" creationId="{C14964B3-2D03-8065-6FC6-A695302F7D4B}"/>
          </ac:spMkLst>
        </pc:spChg>
      </pc:sldChg>
      <pc:sldChg chg="modSp">
        <pc:chgData name="dtrott@udel.edu" userId="S::urn:spo:guest#dtrott@udel.edu::" providerId="AD" clId="Web-{37C1354D-60ED-6135-A044-C19A42C58304}" dt="2026-04-10T12:37:42.232" v="610" actId="20577"/>
        <pc:sldMkLst>
          <pc:docMk/>
          <pc:sldMk cId="247730646" sldId="274"/>
        </pc:sldMkLst>
        <pc:spChg chg="mod">
          <ac:chgData name="dtrott@udel.edu" userId="S::urn:spo:guest#dtrott@udel.edu::" providerId="AD" clId="Web-{37C1354D-60ED-6135-A044-C19A42C58304}" dt="2026-04-10T12:37:42.232" v="610" actId="20577"/>
          <ac:spMkLst>
            <pc:docMk/>
            <pc:sldMk cId="247730646" sldId="274"/>
            <ac:spMk id="2" creationId="{E84456C0-DB49-91CE-B81F-0DBE8D7280F6}"/>
          </ac:spMkLst>
        </pc:spChg>
        <pc:spChg chg="mod">
          <ac:chgData name="dtrott@udel.edu" userId="S::urn:spo:guest#dtrott@udel.edu::" providerId="AD" clId="Web-{37C1354D-60ED-6135-A044-C19A42C58304}" dt="2026-04-10T12:36:54.215" v="606" actId="20577"/>
          <ac:spMkLst>
            <pc:docMk/>
            <pc:sldMk cId="247730646" sldId="274"/>
            <ac:spMk id="33" creationId="{73F79203-BE3E-F997-CED5-73C6B8A40CBB}"/>
          </ac:spMkLst>
        </pc:spChg>
        <pc:picChg chg="mod">
          <ac:chgData name="dtrott@udel.edu" userId="S::urn:spo:guest#dtrott@udel.edu::" providerId="AD" clId="Web-{37C1354D-60ED-6135-A044-C19A42C58304}" dt="2026-04-10T12:34:55.196" v="570" actId="1076"/>
          <ac:picMkLst>
            <pc:docMk/>
            <pc:sldMk cId="247730646" sldId="274"/>
            <ac:picMk id="15" creationId="{16610443-96AF-ABBD-6781-D8138D64894B}"/>
          </ac:picMkLst>
        </pc:picChg>
      </pc:sldChg>
      <pc:sldChg chg="addSp delSp modSp">
        <pc:chgData name="dtrott@udel.edu" userId="S::urn:spo:guest#dtrott@udel.edu::" providerId="AD" clId="Web-{37C1354D-60ED-6135-A044-C19A42C58304}" dt="2026-04-10T12:38:47.109" v="655" actId="20577"/>
        <pc:sldMkLst>
          <pc:docMk/>
          <pc:sldMk cId="1975062677" sldId="275"/>
        </pc:sldMkLst>
        <pc:spChg chg="mod">
          <ac:chgData name="dtrott@udel.edu" userId="S::urn:spo:guest#dtrott@udel.edu::" providerId="AD" clId="Web-{37C1354D-60ED-6135-A044-C19A42C58304}" dt="2026-04-10T12:38:19.764" v="617" actId="20577"/>
          <ac:spMkLst>
            <pc:docMk/>
            <pc:sldMk cId="1975062677" sldId="275"/>
            <ac:spMk id="2" creationId="{D2D7D6B1-8649-C2A5-581F-243E439DF436}"/>
          </ac:spMkLst>
        </pc:spChg>
        <pc:spChg chg="add mod">
          <ac:chgData name="dtrott@udel.edu" userId="S::urn:spo:guest#dtrott@udel.edu::" providerId="AD" clId="Web-{37C1354D-60ED-6135-A044-C19A42C58304}" dt="2026-04-10T12:38:47.109" v="655" actId="20577"/>
          <ac:spMkLst>
            <pc:docMk/>
            <pc:sldMk cId="1975062677" sldId="275"/>
            <ac:spMk id="4" creationId="{7F36FEF1-A6C5-1EF2-05A2-4CD6D43CEE09}"/>
          </ac:spMkLst>
        </pc:spChg>
        <pc:picChg chg="mod">
          <ac:chgData name="dtrott@udel.edu" userId="S::urn:spo:guest#dtrott@udel.edu::" providerId="AD" clId="Web-{37C1354D-60ED-6135-A044-C19A42C58304}" dt="2026-04-10T12:32:21.470" v="483" actId="1076"/>
          <ac:picMkLst>
            <pc:docMk/>
            <pc:sldMk cId="1975062677" sldId="275"/>
            <ac:picMk id="7" creationId="{CEE9DC2C-F95C-C033-8EA5-EBEBA41A7F7C}"/>
          </ac:picMkLst>
        </pc:picChg>
      </pc:sldChg>
      <pc:sldChg chg="addSp delSp modSp">
        <pc:chgData name="dtrott@udel.edu" userId="S::urn:spo:guest#dtrott@udel.edu::" providerId="AD" clId="Web-{37C1354D-60ED-6135-A044-C19A42C58304}" dt="2026-04-10T12:12:45.585" v="4" actId="20577"/>
        <pc:sldMkLst>
          <pc:docMk/>
          <pc:sldMk cId="399071377" sldId="279"/>
        </pc:sldMkLst>
      </pc:sldChg>
      <pc:sldChg chg="addSp delSp modSp">
        <pc:chgData name="dtrott@udel.edu" userId="S::urn:spo:guest#dtrott@udel.edu::" providerId="AD" clId="Web-{37C1354D-60ED-6135-A044-C19A42C58304}" dt="2026-04-10T12:37:59.139" v="613" actId="20577"/>
        <pc:sldMkLst>
          <pc:docMk/>
          <pc:sldMk cId="1681159839" sldId="280"/>
        </pc:sldMkLst>
        <pc:spChg chg="mod">
          <ac:chgData name="dtrott@udel.edu" userId="S::urn:spo:guest#dtrott@udel.edu::" providerId="AD" clId="Web-{37C1354D-60ED-6135-A044-C19A42C58304}" dt="2026-04-10T12:37:59.139" v="613" actId="20577"/>
          <ac:spMkLst>
            <pc:docMk/>
            <pc:sldMk cId="1681159839" sldId="280"/>
            <ac:spMk id="2" creationId="{36339B9F-79E7-EA7F-1461-50D336946212}"/>
          </ac:spMkLst>
        </pc:spChg>
        <pc:spChg chg="mod">
          <ac:chgData name="dtrott@udel.edu" userId="S::urn:spo:guest#dtrott@udel.edu::" providerId="AD" clId="Web-{37C1354D-60ED-6135-A044-C19A42C58304}" dt="2026-04-10T12:35:19.118" v="585" actId="1076"/>
          <ac:spMkLst>
            <pc:docMk/>
            <pc:sldMk cId="1681159839" sldId="280"/>
            <ac:spMk id="3" creationId="{0C8E3896-C7CF-0525-2DA1-1C6F2ABDE63E}"/>
          </ac:spMkLst>
        </pc:spChg>
        <pc:spChg chg="add mod ord">
          <ac:chgData name="dtrott@udel.edu" userId="S::urn:spo:guest#dtrott@udel.edu::" providerId="AD" clId="Web-{37C1354D-60ED-6135-A044-C19A42C58304}" dt="2026-04-10T12:35:23.744" v="587" actId="14100"/>
          <ac:spMkLst>
            <pc:docMk/>
            <pc:sldMk cId="1681159839" sldId="280"/>
            <ac:spMk id="4" creationId="{D9756FC9-0894-DE39-748A-43A4C1C39300}"/>
          </ac:spMkLst>
        </pc:spChg>
        <pc:spChg chg="add mod">
          <ac:chgData name="dtrott@udel.edu" userId="S::urn:spo:guest#dtrott@udel.edu::" providerId="AD" clId="Web-{37C1354D-60ED-6135-A044-C19A42C58304}" dt="2026-04-10T12:36:05.573" v="597" actId="20577"/>
          <ac:spMkLst>
            <pc:docMk/>
            <pc:sldMk cId="1681159839" sldId="280"/>
            <ac:spMk id="7" creationId="{E0769786-838E-650D-AA02-B2601B85DD8E}"/>
          </ac:spMkLst>
        </pc:spChg>
        <pc:spChg chg="add mod">
          <ac:chgData name="dtrott@udel.edu" userId="S::urn:spo:guest#dtrott@udel.edu::" providerId="AD" clId="Web-{37C1354D-60ED-6135-A044-C19A42C58304}" dt="2026-04-10T12:30:33.827" v="435" actId="1076"/>
          <ac:spMkLst>
            <pc:docMk/>
            <pc:sldMk cId="1681159839" sldId="280"/>
            <ac:spMk id="8" creationId="{2E4DBAD8-F904-06EA-4E32-4FFDA1659BFF}"/>
          </ac:spMkLst>
        </pc:spChg>
        <pc:spChg chg="add mod">
          <ac:chgData name="dtrott@udel.edu" userId="S::urn:spo:guest#dtrott@udel.edu::" providerId="AD" clId="Web-{37C1354D-60ED-6135-A044-C19A42C58304}" dt="2026-04-10T12:30:33.827" v="436" actId="1076"/>
          <ac:spMkLst>
            <pc:docMk/>
            <pc:sldMk cId="1681159839" sldId="280"/>
            <ac:spMk id="9" creationId="{D142AD72-28A1-7BD4-A9D2-657331C2126F}"/>
          </ac:spMkLst>
        </pc:spChg>
        <pc:spChg chg="add mod">
          <ac:chgData name="dtrott@udel.edu" userId="S::urn:spo:guest#dtrott@udel.edu::" providerId="AD" clId="Web-{37C1354D-60ED-6135-A044-C19A42C58304}" dt="2026-04-10T12:37:18.013" v="609" actId="1076"/>
          <ac:spMkLst>
            <pc:docMk/>
            <pc:sldMk cId="1681159839" sldId="280"/>
            <ac:spMk id="10" creationId="{3CB02A9E-D663-4C7C-C903-338EACCC077B}"/>
          </ac:spMkLst>
        </pc:spChg>
        <pc:spChg chg="add mod">
          <ac:chgData name="dtrott@udel.edu" userId="S::urn:spo:guest#dtrott@udel.edu::" providerId="AD" clId="Web-{37C1354D-60ED-6135-A044-C19A42C58304}" dt="2026-04-10T12:29:59.748" v="417"/>
          <ac:spMkLst>
            <pc:docMk/>
            <pc:sldMk cId="1681159839" sldId="280"/>
            <ac:spMk id="13" creationId="{927D37FD-CE0D-F70D-A2BB-C48366EF394E}"/>
          </ac:spMkLst>
        </pc:spChg>
        <pc:spChg chg="mod ord">
          <ac:chgData name="dtrott@udel.edu" userId="S::urn:spo:guest#dtrott@udel.edu::" providerId="AD" clId="Web-{37C1354D-60ED-6135-A044-C19A42C58304}" dt="2026-04-10T12:30:10.452" v="420" actId="1076"/>
          <ac:spMkLst>
            <pc:docMk/>
            <pc:sldMk cId="1681159839" sldId="280"/>
            <ac:spMk id="15" creationId="{FED81A7A-40E8-A1B8-902F-81EC60D436C4}"/>
          </ac:spMkLst>
        </pc:spChg>
        <pc:cxnChg chg="add mod">
          <ac:chgData name="dtrott@udel.edu" userId="S::urn:spo:guest#dtrott@udel.edu::" providerId="AD" clId="Web-{37C1354D-60ED-6135-A044-C19A42C58304}" dt="2026-04-10T12:30:50.515" v="448" actId="14100"/>
          <ac:cxnSpMkLst>
            <pc:docMk/>
            <pc:sldMk cId="1681159839" sldId="280"/>
            <ac:cxnSpMk id="11" creationId="{566A0290-7B6E-56CE-0E57-7DDE50FA1997}"/>
          </ac:cxnSpMkLst>
        </pc:cxnChg>
        <pc:cxnChg chg="add mod">
          <ac:chgData name="dtrott@udel.edu" userId="S::urn:spo:guest#dtrott@udel.edu::" providerId="AD" clId="Web-{37C1354D-60ED-6135-A044-C19A42C58304}" dt="2026-04-10T12:31:08.031" v="452" actId="14100"/>
          <ac:cxnSpMkLst>
            <pc:docMk/>
            <pc:sldMk cId="1681159839" sldId="280"/>
            <ac:cxnSpMk id="12" creationId="{10F24FA1-C333-10CF-D718-A36130F89156}"/>
          </ac:cxnSpMkLst>
        </pc:cxnChg>
      </pc:sldChg>
      <pc:sldChg chg="modSp">
        <pc:chgData name="dtrott@udel.edu" userId="S::urn:spo:guest#dtrott@udel.edu::" providerId="AD" clId="Web-{37C1354D-60ED-6135-A044-C19A42C58304}" dt="2026-04-10T12:34:45.164" v="569" actId="20577"/>
        <pc:sldMkLst>
          <pc:docMk/>
          <pc:sldMk cId="4241033836" sldId="281"/>
        </pc:sldMkLst>
        <pc:spChg chg="mod">
          <ac:chgData name="dtrott@udel.edu" userId="S::urn:spo:guest#dtrott@udel.edu::" providerId="AD" clId="Web-{37C1354D-60ED-6135-A044-C19A42C58304}" dt="2026-04-10T12:34:45.164" v="569" actId="20577"/>
          <ac:spMkLst>
            <pc:docMk/>
            <pc:sldMk cId="4241033836" sldId="281"/>
            <ac:spMk id="4" creationId="{43CA5566-0A23-64FA-04E0-5F2799280E3C}"/>
          </ac:spMkLst>
        </pc:spChg>
      </pc:sldChg>
      <pc:sldChg chg="modSp">
        <pc:chgData name="dtrott@udel.edu" userId="S::urn:spo:guest#dtrott@udel.edu::" providerId="AD" clId="Web-{37C1354D-60ED-6135-A044-C19A42C58304}" dt="2026-04-10T12:38:13.514" v="616" actId="20577"/>
        <pc:sldMkLst>
          <pc:docMk/>
          <pc:sldMk cId="3703292346" sldId="282"/>
        </pc:sldMkLst>
        <pc:spChg chg="mod">
          <ac:chgData name="dtrott@udel.edu" userId="S::urn:spo:guest#dtrott@udel.edu::" providerId="AD" clId="Web-{37C1354D-60ED-6135-A044-C19A42C58304}" dt="2026-04-10T12:38:13.514" v="616" actId="20577"/>
          <ac:spMkLst>
            <pc:docMk/>
            <pc:sldMk cId="3703292346" sldId="282"/>
            <ac:spMk id="2" creationId="{8BB27807-C6D6-8AEA-BE1A-202D8D4D6A10}"/>
          </ac:spMkLst>
        </pc:spChg>
        <pc:spChg chg="mod">
          <ac:chgData name="dtrott@udel.edu" userId="S::urn:spo:guest#dtrott@udel.edu::" providerId="AD" clId="Web-{37C1354D-60ED-6135-A044-C19A42C58304}" dt="2026-04-10T12:22:52.624" v="258" actId="20577"/>
          <ac:spMkLst>
            <pc:docMk/>
            <pc:sldMk cId="3703292346" sldId="282"/>
            <ac:spMk id="11" creationId="{127C2DBA-C48C-5CF2-8ABA-79A770280598}"/>
          </ac:spMkLst>
        </pc:spChg>
        <pc:picChg chg="mod">
          <ac:chgData name="dtrott@udel.edu" userId="S::urn:spo:guest#dtrott@udel.edu::" providerId="AD" clId="Web-{37C1354D-60ED-6135-A044-C19A42C58304}" dt="2026-04-10T12:19:41.180" v="214" actId="1076"/>
          <ac:picMkLst>
            <pc:docMk/>
            <pc:sldMk cId="3703292346" sldId="282"/>
            <ac:picMk id="15" creationId="{4164F623-ED1F-A051-419B-6918E19F7FE5}"/>
          </ac:picMkLst>
        </pc:picChg>
      </pc:sldChg>
      <pc:sldChg chg="modSp">
        <pc:chgData name="dtrott@udel.edu" userId="S::urn:spo:guest#dtrott@udel.edu::" providerId="AD" clId="Web-{37C1354D-60ED-6135-A044-C19A42C58304}" dt="2026-04-10T12:38:08.639" v="615" actId="20577"/>
        <pc:sldMkLst>
          <pc:docMk/>
          <pc:sldMk cId="1345906062" sldId="283"/>
        </pc:sldMkLst>
        <pc:spChg chg="mod">
          <ac:chgData name="dtrott@udel.edu" userId="S::urn:spo:guest#dtrott@udel.edu::" providerId="AD" clId="Web-{37C1354D-60ED-6135-A044-C19A42C58304}" dt="2026-04-10T12:38:04.233" v="614" actId="20577"/>
          <ac:spMkLst>
            <pc:docMk/>
            <pc:sldMk cId="1345906062" sldId="283"/>
            <ac:spMk id="2" creationId="{F5E3AC81-AD9A-A712-8F4F-B21A3A3E9C64}"/>
          </ac:spMkLst>
        </pc:spChg>
        <pc:spChg chg="mod">
          <ac:chgData name="dtrott@udel.edu" userId="S::urn:spo:guest#dtrott@udel.edu::" providerId="AD" clId="Web-{37C1354D-60ED-6135-A044-C19A42C58304}" dt="2026-04-10T12:38:08.639" v="615" actId="20577"/>
          <ac:spMkLst>
            <pc:docMk/>
            <pc:sldMk cId="1345906062" sldId="283"/>
            <ac:spMk id="5" creationId="{8809C853-6508-EBB4-DF42-18353E057B2A}"/>
          </ac:spMkLst>
        </pc:spChg>
        <pc:spChg chg="mod">
          <ac:chgData name="dtrott@udel.edu" userId="S::urn:spo:guest#dtrott@udel.edu::" providerId="AD" clId="Web-{37C1354D-60ED-6135-A044-C19A42C58304}" dt="2026-04-10T12:36:15.386" v="598" actId="1076"/>
          <ac:spMkLst>
            <pc:docMk/>
            <pc:sldMk cId="1345906062" sldId="283"/>
            <ac:spMk id="7" creationId="{6E69895F-9A0D-BE95-7033-2E1E74D8300B}"/>
          </ac:spMkLst>
        </pc:spChg>
        <pc:spChg chg="mod">
          <ac:chgData name="dtrott@udel.edu" userId="S::urn:spo:guest#dtrott@udel.edu::" providerId="AD" clId="Web-{37C1354D-60ED-6135-A044-C19A42C58304}" dt="2026-04-10T12:32:11.126" v="482" actId="1076"/>
          <ac:spMkLst>
            <pc:docMk/>
            <pc:sldMk cId="1345906062" sldId="283"/>
            <ac:spMk id="8" creationId="{B2EA9160-621C-B486-E9F4-5DABEF27764F}"/>
          </ac:spMkLst>
        </pc:spChg>
        <pc:picChg chg="mod modCrop">
          <ac:chgData name="dtrott@udel.edu" userId="S::urn:spo:guest#dtrott@udel.edu::" providerId="AD" clId="Web-{37C1354D-60ED-6135-A044-C19A42C58304}" dt="2026-04-10T12:13:30.180" v="11"/>
          <ac:picMkLst>
            <pc:docMk/>
            <pc:sldMk cId="1345906062" sldId="283"/>
            <ac:picMk id="6" creationId="{ADE0D8DC-DC63-DC78-EE5B-03F203EC848A}"/>
          </ac:picMkLst>
        </pc:picChg>
      </pc:sldChg>
      <pc:sldChg chg="modSp">
        <pc:chgData name="dtrott@udel.edu" userId="S::urn:spo:guest#dtrott@udel.edu::" providerId="AD" clId="Web-{37C1354D-60ED-6135-A044-C19A42C58304}" dt="2026-04-10T12:37:02.200" v="607" actId="20577"/>
        <pc:sldMkLst>
          <pc:docMk/>
          <pc:sldMk cId="1996385221" sldId="284"/>
        </pc:sldMkLst>
        <pc:spChg chg="mod">
          <ac:chgData name="dtrott@udel.edu" userId="S::urn:spo:guest#dtrott@udel.edu::" providerId="AD" clId="Web-{37C1354D-60ED-6135-A044-C19A42C58304}" dt="2026-04-10T12:33:57.490" v="565" actId="20577"/>
          <ac:spMkLst>
            <pc:docMk/>
            <pc:sldMk cId="1996385221" sldId="284"/>
            <ac:spMk id="15" creationId="{DC26950F-32F0-E9CE-B073-D3848EC7B54F}"/>
          </ac:spMkLst>
        </pc:spChg>
        <pc:spChg chg="mod">
          <ac:chgData name="dtrott@udel.edu" userId="S::urn:spo:guest#dtrott@udel.edu::" providerId="AD" clId="Web-{37C1354D-60ED-6135-A044-C19A42C58304}" dt="2026-04-10T12:37:02.200" v="607" actId="20577"/>
          <ac:spMkLst>
            <pc:docMk/>
            <pc:sldMk cId="1996385221" sldId="284"/>
            <ac:spMk id="18" creationId="{9C887BCF-79B6-095D-4E6E-F87517BD9E9D}"/>
          </ac:spMkLst>
        </pc:spChg>
        <pc:spChg chg="mod">
          <ac:chgData name="dtrott@udel.edu" userId="S::urn:spo:guest#dtrott@udel.edu::" providerId="AD" clId="Web-{37C1354D-60ED-6135-A044-C19A42C58304}" dt="2026-04-10T12:13:00.398" v="8" actId="1076"/>
          <ac:spMkLst>
            <pc:docMk/>
            <pc:sldMk cId="1996385221" sldId="284"/>
            <ac:spMk id="19" creationId="{C3560DC6-DF02-FBA2-3853-A7C73E1505A7}"/>
          </ac:spMkLst>
        </pc:spChg>
        <pc:picChg chg="mod">
          <ac:chgData name="dtrott@udel.edu" userId="S::urn:spo:guest#dtrott@udel.edu::" providerId="AD" clId="Web-{37C1354D-60ED-6135-A044-C19A42C58304}" dt="2026-04-10T12:34:00.099" v="566" actId="1076"/>
          <ac:picMkLst>
            <pc:docMk/>
            <pc:sldMk cId="1996385221" sldId="284"/>
            <ac:picMk id="16" creationId="{17ACF9A1-5897-7EB7-F410-409DB7AAB6A3}"/>
          </ac:picMkLst>
        </pc:picChg>
      </pc:sldChg>
    </pc:docChg>
  </pc:docChgLst>
  <pc:docChgLst>
    <pc:chgData name="kalyanik@udel.edu" userId="S::urn:spo:guest#kalyanik@udel.edu::" providerId="AD" clId="Web-{4C36B922-6870-DC5E-86D1-72658005C0C9}"/>
    <pc:docChg chg="addSld modSld">
      <pc:chgData name="kalyanik@udel.edu" userId="S::urn:spo:guest#kalyanik@udel.edu::" providerId="AD" clId="Web-{4C36B922-6870-DC5E-86D1-72658005C0C9}" dt="2026-04-13T17:50:28.532" v="133" actId="20577"/>
      <pc:docMkLst>
        <pc:docMk/>
      </pc:docMkLst>
      <pc:sldChg chg="modSp">
        <pc:chgData name="kalyanik@udel.edu" userId="S::urn:spo:guest#kalyanik@udel.edu::" providerId="AD" clId="Web-{4C36B922-6870-DC5E-86D1-72658005C0C9}" dt="2026-04-13T17:09:54.232" v="10" actId="20577"/>
        <pc:sldMkLst>
          <pc:docMk/>
          <pc:sldMk cId="247730646" sldId="274"/>
        </pc:sldMkLst>
        <pc:spChg chg="mod">
          <ac:chgData name="kalyanik@udel.edu" userId="S::urn:spo:guest#kalyanik@udel.edu::" providerId="AD" clId="Web-{4C36B922-6870-DC5E-86D1-72658005C0C9}" dt="2026-04-13T17:09:54.232" v="10" actId="20577"/>
          <ac:spMkLst>
            <pc:docMk/>
            <pc:sldMk cId="247730646" sldId="274"/>
            <ac:spMk id="2" creationId="{E84456C0-DB49-91CE-B81F-0DBE8D7280F6}"/>
          </ac:spMkLst>
        </pc:spChg>
      </pc:sldChg>
      <pc:sldChg chg="modSp">
        <pc:chgData name="kalyanik@udel.edu" userId="S::urn:spo:guest#kalyanik@udel.edu::" providerId="AD" clId="Web-{4C36B922-6870-DC5E-86D1-72658005C0C9}" dt="2026-04-13T17:09:49.310" v="8" actId="20577"/>
        <pc:sldMkLst>
          <pc:docMk/>
          <pc:sldMk cId="1975062677" sldId="275"/>
        </pc:sldMkLst>
        <pc:spChg chg="mod">
          <ac:chgData name="kalyanik@udel.edu" userId="S::urn:spo:guest#kalyanik@udel.edu::" providerId="AD" clId="Web-{4C36B922-6870-DC5E-86D1-72658005C0C9}" dt="2026-04-13T17:09:49.310" v="8" actId="20577"/>
          <ac:spMkLst>
            <pc:docMk/>
            <pc:sldMk cId="1975062677" sldId="275"/>
            <ac:spMk id="2" creationId="{D2D7D6B1-8649-C2A5-581F-243E439DF436}"/>
          </ac:spMkLst>
        </pc:spChg>
      </pc:sldChg>
      <pc:sldChg chg="modSp">
        <pc:chgData name="kalyanik@udel.edu" userId="S::urn:spo:guest#kalyanik@udel.edu::" providerId="AD" clId="Web-{4C36B922-6870-DC5E-86D1-72658005C0C9}" dt="2026-04-13T17:09:08.247" v="2" actId="14100"/>
        <pc:sldMkLst>
          <pc:docMk/>
          <pc:sldMk cId="1681159839" sldId="280"/>
        </pc:sldMkLst>
        <pc:spChg chg="mod">
          <ac:chgData name="kalyanik@udel.edu" userId="S::urn:spo:guest#kalyanik@udel.edu::" providerId="AD" clId="Web-{4C36B922-6870-DC5E-86D1-72658005C0C9}" dt="2026-04-13T17:09:00.653" v="1" actId="14100"/>
          <ac:spMkLst>
            <pc:docMk/>
            <pc:sldMk cId="1681159839" sldId="280"/>
            <ac:spMk id="9" creationId="{D142AD72-28A1-7BD4-A9D2-657331C2126F}"/>
          </ac:spMkLst>
        </pc:spChg>
        <pc:cxnChg chg="mod">
          <ac:chgData name="kalyanik@udel.edu" userId="S::urn:spo:guest#kalyanik@udel.edu::" providerId="AD" clId="Web-{4C36B922-6870-DC5E-86D1-72658005C0C9}" dt="2026-04-13T17:09:08.247" v="2" actId="14100"/>
          <ac:cxnSpMkLst>
            <pc:docMk/>
            <pc:sldMk cId="1681159839" sldId="280"/>
            <ac:cxnSpMk id="12" creationId="{10F24FA1-C333-10CF-D718-A36130F89156}"/>
          </ac:cxnSpMkLst>
        </pc:cxnChg>
      </pc:sldChg>
      <pc:sldChg chg="modSp">
        <pc:chgData name="kalyanik@udel.edu" userId="S::urn:spo:guest#kalyanik@udel.edu::" providerId="AD" clId="Web-{4C36B922-6870-DC5E-86D1-72658005C0C9}" dt="2026-04-13T17:09:39.607" v="6" actId="1076"/>
        <pc:sldMkLst>
          <pc:docMk/>
          <pc:sldMk cId="3703292346" sldId="282"/>
        </pc:sldMkLst>
        <pc:spChg chg="mod">
          <ac:chgData name="kalyanik@udel.edu" userId="S::urn:spo:guest#kalyanik@udel.edu::" providerId="AD" clId="Web-{4C36B922-6870-DC5E-86D1-72658005C0C9}" dt="2026-04-13T17:09:39.607" v="6" actId="1076"/>
          <ac:spMkLst>
            <pc:docMk/>
            <pc:sldMk cId="3703292346" sldId="282"/>
            <ac:spMk id="2" creationId="{8BB27807-C6D6-8AEA-BE1A-202D8D4D6A10}"/>
          </ac:spMkLst>
        </pc:spChg>
        <pc:spChg chg="mod">
          <ac:chgData name="kalyanik@udel.edu" userId="S::urn:spo:guest#kalyanik@udel.edu::" providerId="AD" clId="Web-{4C36B922-6870-DC5E-86D1-72658005C0C9}" dt="2026-04-13T17:09:21.794" v="3" actId="14100"/>
          <ac:spMkLst>
            <pc:docMk/>
            <pc:sldMk cId="3703292346" sldId="282"/>
            <ac:spMk id="11" creationId="{127C2DBA-C48C-5CF2-8ABA-79A770280598}"/>
          </ac:spMkLst>
        </pc:spChg>
        <pc:picChg chg="mod">
          <ac:chgData name="kalyanik@udel.edu" userId="S::urn:spo:guest#kalyanik@udel.edu::" providerId="AD" clId="Web-{4C36B922-6870-DC5E-86D1-72658005C0C9}" dt="2026-04-13T17:09:34.419" v="5" actId="1076"/>
          <ac:picMkLst>
            <pc:docMk/>
            <pc:sldMk cId="3703292346" sldId="282"/>
            <ac:picMk id="15" creationId="{4164F623-ED1F-A051-419B-6918E19F7FE5}"/>
          </ac:picMkLst>
        </pc:picChg>
      </pc:sldChg>
      <pc:sldChg chg="addSp delSp modSp">
        <pc:chgData name="kalyanik@udel.edu" userId="S::urn:spo:guest#kalyanik@udel.edu::" providerId="AD" clId="Web-{4C36B922-6870-DC5E-86D1-72658005C0C9}" dt="2026-04-13T17:39:35.566" v="79"/>
        <pc:sldMkLst>
          <pc:docMk/>
          <pc:sldMk cId="950171385" sldId="297"/>
        </pc:sldMkLst>
        <pc:spChg chg="add del mod">
          <ac:chgData name="kalyanik@udel.edu" userId="S::urn:spo:guest#kalyanik@udel.edu::" providerId="AD" clId="Web-{4C36B922-6870-DC5E-86D1-72658005C0C9}" dt="2026-04-13T17:28:58.546" v="40"/>
          <ac:spMkLst>
            <pc:docMk/>
            <pc:sldMk cId="950171385" sldId="297"/>
            <ac:spMk id="3" creationId="{A2BE094F-779D-252F-73AA-92702B65EFC7}"/>
          </ac:spMkLst>
        </pc:spChg>
        <pc:spChg chg="add mod">
          <ac:chgData name="kalyanik@udel.edu" userId="S::urn:spo:guest#kalyanik@udel.edu::" providerId="AD" clId="Web-{4C36B922-6870-DC5E-86D1-72658005C0C9}" dt="2026-04-13T17:29:22.047" v="62" actId="20577"/>
          <ac:spMkLst>
            <pc:docMk/>
            <pc:sldMk cId="950171385" sldId="297"/>
            <ac:spMk id="5" creationId="{1E2573EA-6E8B-3B39-CABC-4965260CD850}"/>
          </ac:spMkLst>
        </pc:spChg>
        <pc:picChg chg="add del mod modCrop">
          <ac:chgData name="kalyanik@udel.edu" userId="S::urn:spo:guest#kalyanik@udel.edu::" providerId="AD" clId="Web-{4C36B922-6870-DC5E-86D1-72658005C0C9}" dt="2026-04-13T17:39:07.860" v="76"/>
          <ac:picMkLst>
            <pc:docMk/>
            <pc:sldMk cId="950171385" sldId="297"/>
            <ac:picMk id="2" creationId="{6C291C88-E413-A964-CC10-0C695A6EFBC2}"/>
          </ac:picMkLst>
        </pc:picChg>
        <pc:picChg chg="add mod">
          <ac:chgData name="kalyanik@udel.edu" userId="S::urn:spo:guest#kalyanik@udel.edu::" providerId="AD" clId="Web-{4C36B922-6870-DC5E-86D1-72658005C0C9}" dt="2026-04-13T17:39:35.566" v="79"/>
          <ac:picMkLst>
            <pc:docMk/>
            <pc:sldMk cId="950171385" sldId="297"/>
            <ac:picMk id="6" creationId="{86F8CB25-62B8-923E-A01D-B5CD0CC490AF}"/>
          </ac:picMkLst>
        </pc:picChg>
        <pc:picChg chg="del">
          <ac:chgData name="kalyanik@udel.edu" userId="S::urn:spo:guest#kalyanik@udel.edu::" providerId="AD" clId="Web-{4C36B922-6870-DC5E-86D1-72658005C0C9}" dt="2026-04-13T17:27:34.856" v="11"/>
          <ac:picMkLst>
            <pc:docMk/>
            <pc:sldMk cId="950171385" sldId="297"/>
            <ac:picMk id="8" creationId="{8C619E95-F33D-0502-9212-DB7863D7533C}"/>
          </ac:picMkLst>
        </pc:picChg>
      </pc:sldChg>
      <pc:sldChg chg="modSp">
        <pc:chgData name="kalyanik@udel.edu" userId="S::urn:spo:guest#kalyanik@udel.edu::" providerId="AD" clId="Web-{4C36B922-6870-DC5E-86D1-72658005C0C9}" dt="2026-04-13T17:46:26.758" v="96" actId="1076"/>
        <pc:sldMkLst>
          <pc:docMk/>
          <pc:sldMk cId="933920239" sldId="301"/>
        </pc:sldMkLst>
        <pc:spChg chg="mod">
          <ac:chgData name="kalyanik@udel.edu" userId="S::urn:spo:guest#kalyanik@udel.edu::" providerId="AD" clId="Web-{4C36B922-6870-DC5E-86D1-72658005C0C9}" dt="2026-04-13T17:46:26.758" v="96" actId="1076"/>
          <ac:spMkLst>
            <pc:docMk/>
            <pc:sldMk cId="933920239" sldId="301"/>
            <ac:spMk id="6" creationId="{745F3B01-1DC8-0F1C-D183-84F4CDEEBFBA}"/>
          </ac:spMkLst>
        </pc:spChg>
        <pc:picChg chg="mod">
          <ac:chgData name="kalyanik@udel.edu" userId="S::urn:spo:guest#kalyanik@udel.edu::" providerId="AD" clId="Web-{4C36B922-6870-DC5E-86D1-72658005C0C9}" dt="2026-04-13T17:46:22.162" v="95" actId="14100"/>
          <ac:picMkLst>
            <pc:docMk/>
            <pc:sldMk cId="933920239" sldId="301"/>
            <ac:picMk id="3" creationId="{78768903-313A-6695-173D-C53D426657B6}"/>
          </ac:picMkLst>
        </pc:picChg>
      </pc:sldChg>
      <pc:sldChg chg="addSp delSp modSp new">
        <pc:chgData name="kalyanik@udel.edu" userId="S::urn:spo:guest#kalyanik@udel.edu::" providerId="AD" clId="Web-{4C36B922-6870-DC5E-86D1-72658005C0C9}" dt="2026-04-13T17:50:28.532" v="133" actId="20577"/>
        <pc:sldMkLst>
          <pc:docMk/>
          <pc:sldMk cId="3344751950" sldId="303"/>
        </pc:sldMkLst>
        <pc:spChg chg="mod">
          <ac:chgData name="kalyanik@udel.edu" userId="S::urn:spo:guest#kalyanik@udel.edu::" providerId="AD" clId="Web-{4C36B922-6870-DC5E-86D1-72658005C0C9}" dt="2026-04-13T17:50:28.532" v="133" actId="20577"/>
          <ac:spMkLst>
            <pc:docMk/>
            <pc:sldMk cId="3344751950" sldId="303"/>
            <ac:spMk id="2" creationId="{7DFFACEF-7DFD-366E-664B-E37CC31B49E0}"/>
          </ac:spMkLst>
        </pc:spChg>
        <pc:spChg chg="del">
          <ac:chgData name="kalyanik@udel.edu" userId="S::urn:spo:guest#kalyanik@udel.edu::" providerId="AD" clId="Web-{4C36B922-6870-DC5E-86D1-72658005C0C9}" dt="2026-04-13T17:35:49.696" v="64"/>
          <ac:spMkLst>
            <pc:docMk/>
            <pc:sldMk cId="3344751950" sldId="303"/>
            <ac:spMk id="3" creationId="{C756217F-590A-7A75-AFDE-15FF120E3789}"/>
          </ac:spMkLst>
        </pc:spChg>
        <pc:picChg chg="add del mod">
          <ac:chgData name="kalyanik@udel.edu" userId="S::urn:spo:guest#kalyanik@udel.edu::" providerId="AD" clId="Web-{4C36B922-6870-DC5E-86D1-72658005C0C9}" dt="2026-04-13T17:47:16.600" v="97"/>
          <ac:picMkLst>
            <pc:docMk/>
            <pc:sldMk cId="3344751950" sldId="303"/>
            <ac:picMk id="4" creationId="{9FB0A5E1-848F-0B08-EA59-C6053F0659BB}"/>
          </ac:picMkLst>
        </pc:picChg>
        <pc:picChg chg="add del mod">
          <ac:chgData name="kalyanik@udel.edu" userId="S::urn:spo:guest#kalyanik@udel.edu::" providerId="AD" clId="Web-{4C36B922-6870-DC5E-86D1-72658005C0C9}" dt="2026-04-13T17:49:27.496" v="102"/>
          <ac:picMkLst>
            <pc:docMk/>
            <pc:sldMk cId="3344751950" sldId="303"/>
            <ac:picMk id="5" creationId="{8F99BA76-B56A-9BA3-68EA-CF51785E0079}"/>
          </ac:picMkLst>
        </pc:picChg>
        <pc:picChg chg="add mod modCrop">
          <ac:chgData name="kalyanik@udel.edu" userId="S::urn:spo:guest#kalyanik@udel.edu::" providerId="AD" clId="Web-{4C36B922-6870-DC5E-86D1-72658005C0C9}" dt="2026-04-13T17:50:01.671" v="110"/>
          <ac:picMkLst>
            <pc:docMk/>
            <pc:sldMk cId="3344751950" sldId="303"/>
            <ac:picMk id="6" creationId="{6796E1B7-0B44-696F-02D2-18EFC25E0E98}"/>
          </ac:picMkLst>
        </pc:picChg>
      </pc:sldChg>
    </pc:docChg>
  </pc:docChgLst>
  <pc:docChgLst>
    <pc:chgData name="daniyar@udel.edu" userId="S::urn:spo:guest#daniyar@udel.edu::" providerId="AD" clId="Web-{A1C0C084-AD36-3950-3E78-5191FF62D881}"/>
    <pc:docChg chg="modSld">
      <pc:chgData name="daniyar@udel.edu" userId="S::urn:spo:guest#daniyar@udel.edu::" providerId="AD" clId="Web-{A1C0C084-AD36-3950-3E78-5191FF62D881}" dt="2026-04-09T15:43:24.856" v="108" actId="1076"/>
      <pc:docMkLst>
        <pc:docMk/>
      </pc:docMkLst>
      <pc:sldChg chg="addSp modSp">
        <pc:chgData name="daniyar@udel.edu" userId="S::urn:spo:guest#daniyar@udel.edu::" providerId="AD" clId="Web-{A1C0C084-AD36-3950-3E78-5191FF62D881}" dt="2026-04-09T15:43:24.856" v="108" actId="1076"/>
        <pc:sldMkLst>
          <pc:docMk/>
          <pc:sldMk cId="3501973825" sldId="272"/>
        </pc:sldMkLst>
        <pc:spChg chg="mod">
          <ac:chgData name="daniyar@udel.edu" userId="S::urn:spo:guest#daniyar@udel.edu::" providerId="AD" clId="Web-{A1C0C084-AD36-3950-3E78-5191FF62D881}" dt="2026-04-09T15:42:10.292" v="91" actId="14100"/>
          <ac:spMkLst>
            <pc:docMk/>
            <pc:sldMk cId="3501973825" sldId="272"/>
            <ac:spMk id="3" creationId="{645C05E6-58FA-05CD-1CB7-B9C624F41ED5}"/>
          </ac:spMkLst>
        </pc:spChg>
        <pc:picChg chg="add mod">
          <ac:chgData name="daniyar@udel.edu" userId="S::urn:spo:guest#daniyar@udel.edu::" providerId="AD" clId="Web-{A1C0C084-AD36-3950-3E78-5191FF62D881}" dt="2026-04-09T15:42:27.480" v="96" actId="1076"/>
          <ac:picMkLst>
            <pc:docMk/>
            <pc:sldMk cId="3501973825" sldId="272"/>
            <ac:picMk id="6" creationId="{B2620A7C-EDC8-7FB8-9702-11FFD8A76EFF}"/>
          </ac:picMkLst>
        </pc:picChg>
        <pc:picChg chg="add mod">
          <ac:chgData name="daniyar@udel.edu" userId="S::urn:spo:guest#daniyar@udel.edu::" providerId="AD" clId="Web-{A1C0C084-AD36-3950-3E78-5191FF62D881}" dt="2026-04-09T15:42:42.371" v="99" actId="1076"/>
          <ac:picMkLst>
            <pc:docMk/>
            <pc:sldMk cId="3501973825" sldId="272"/>
            <ac:picMk id="7" creationId="{857D724C-E3F4-5638-CD78-915574ADD63E}"/>
          </ac:picMkLst>
        </pc:picChg>
      </pc:sldChg>
      <pc:sldChg chg="addSp delSp modSp">
        <pc:chgData name="daniyar@udel.edu" userId="S::urn:spo:guest#daniyar@udel.edu::" providerId="AD" clId="Web-{A1C0C084-AD36-3950-3E78-5191FF62D881}" dt="2026-04-09T15:39:12.180" v="57" actId="1076"/>
        <pc:sldMkLst>
          <pc:docMk/>
          <pc:sldMk cId="3587234819" sldId="278"/>
        </pc:sldMkLst>
        <pc:spChg chg="mod">
          <ac:chgData name="daniyar@udel.edu" userId="S::urn:spo:guest#daniyar@udel.edu::" providerId="AD" clId="Web-{A1C0C084-AD36-3950-3E78-5191FF62D881}" dt="2026-04-09T15:37:45.037" v="37" actId="1076"/>
          <ac:spMkLst>
            <pc:docMk/>
            <pc:sldMk cId="3587234819" sldId="278"/>
            <ac:spMk id="3" creationId="{A2AB3ACA-1390-8076-0D4F-514E75B039B2}"/>
          </ac:spMkLst>
        </pc:spChg>
        <pc:picChg chg="add mod">
          <ac:chgData name="daniyar@udel.edu" userId="S::urn:spo:guest#daniyar@udel.edu::" providerId="AD" clId="Web-{A1C0C084-AD36-3950-3E78-5191FF62D881}" dt="2026-04-09T15:38:58.633" v="53" actId="1076"/>
          <ac:picMkLst>
            <pc:docMk/>
            <pc:sldMk cId="3587234819" sldId="278"/>
            <ac:picMk id="5" creationId="{50066780-4A5E-7CB2-B498-B779DAC12FA7}"/>
          </ac:picMkLst>
        </pc:picChg>
        <pc:picChg chg="add mod">
          <ac:chgData name="daniyar@udel.edu" userId="S::urn:spo:guest#daniyar@udel.edu::" providerId="AD" clId="Web-{A1C0C084-AD36-3950-3E78-5191FF62D881}" dt="2026-04-09T15:39:07.633" v="56" actId="1076"/>
          <ac:picMkLst>
            <pc:docMk/>
            <pc:sldMk cId="3587234819" sldId="278"/>
            <ac:picMk id="7" creationId="{8142BABA-AC04-226B-EF38-D4265F13FECD}"/>
          </ac:picMkLst>
        </pc:picChg>
      </pc:sldChg>
    </pc:docChg>
  </pc:docChgLst>
  <pc:docChgLst>
    <pc:chgData name="kalyanik@udel.edu" userId="S::urn:spo:guest#kalyanik@udel.edu::" providerId="AD" clId="Web-{9ACE6A37-6D7A-F330-43F7-37CA193F7231}"/>
    <pc:docChg chg="addSld delSld modSld sldOrd">
      <pc:chgData name="kalyanik@udel.edu" userId="S::urn:spo:guest#kalyanik@udel.edu::" providerId="AD" clId="Web-{9ACE6A37-6D7A-F330-43F7-37CA193F7231}" dt="2026-04-13T16:53:36.452" v="568" actId="1076"/>
      <pc:docMkLst>
        <pc:docMk/>
      </pc:docMkLst>
      <pc:sldChg chg="modSp">
        <pc:chgData name="kalyanik@udel.edu" userId="S::urn:spo:guest#kalyanik@udel.edu::" providerId="AD" clId="Web-{9ACE6A37-6D7A-F330-43F7-37CA193F7231}" dt="2026-04-13T13:01:38.272" v="1" actId="1076"/>
        <pc:sldMkLst>
          <pc:docMk/>
          <pc:sldMk cId="1975062677" sldId="275"/>
        </pc:sldMkLst>
        <pc:spChg chg="mod">
          <ac:chgData name="kalyanik@udel.edu" userId="S::urn:spo:guest#kalyanik@udel.edu::" providerId="AD" clId="Web-{9ACE6A37-6D7A-F330-43F7-37CA193F7231}" dt="2026-04-13T13:01:38.272" v="1" actId="1076"/>
          <ac:spMkLst>
            <pc:docMk/>
            <pc:sldMk cId="1975062677" sldId="275"/>
            <ac:spMk id="4" creationId="{7F36FEF1-A6C5-1EF2-05A2-4CD6D43CEE09}"/>
          </ac:spMkLst>
        </pc:spChg>
      </pc:sldChg>
      <pc:sldChg chg="modSp del ord">
        <pc:chgData name="kalyanik@udel.edu" userId="S::urn:spo:guest#kalyanik@udel.edu::" providerId="AD" clId="Web-{9ACE6A37-6D7A-F330-43F7-37CA193F7231}" dt="2026-04-13T14:57:12.799" v="384"/>
        <pc:sldMkLst>
          <pc:docMk/>
          <pc:sldMk cId="1803594567" sldId="276"/>
        </pc:sldMkLst>
        <pc:spChg chg="mod">
          <ac:chgData name="kalyanik@udel.edu" userId="S::urn:spo:guest#kalyanik@udel.edu::" providerId="AD" clId="Web-{9ACE6A37-6D7A-F330-43F7-37CA193F7231}" dt="2026-04-13T14:06:59.384" v="191" actId="1076"/>
          <ac:spMkLst>
            <pc:docMk/>
            <pc:sldMk cId="1803594567" sldId="276"/>
            <ac:spMk id="2" creationId="{1312A0B5-42EB-A0AD-60C7-30BFD0FE57DC}"/>
          </ac:spMkLst>
        </pc:spChg>
        <pc:picChg chg="mod">
          <ac:chgData name="kalyanik@udel.edu" userId="S::urn:spo:guest#kalyanik@udel.edu::" providerId="AD" clId="Web-{9ACE6A37-6D7A-F330-43F7-37CA193F7231}" dt="2026-04-13T14:55:18.969" v="383" actId="14100"/>
          <ac:picMkLst>
            <pc:docMk/>
            <pc:sldMk cId="1803594567" sldId="276"/>
            <ac:picMk id="8" creationId="{85CD6777-F80E-B1CC-E410-354449F1D7FE}"/>
          </ac:picMkLst>
        </pc:picChg>
      </pc:sldChg>
      <pc:sldChg chg="modSp">
        <pc:chgData name="kalyanik@udel.edu" userId="S::urn:spo:guest#kalyanik@udel.edu::" providerId="AD" clId="Web-{9ACE6A37-6D7A-F330-43F7-37CA193F7231}" dt="2026-04-13T15:15:44.647" v="548" actId="14100"/>
        <pc:sldMkLst>
          <pc:docMk/>
          <pc:sldMk cId="3587234819" sldId="278"/>
        </pc:sldMkLst>
        <pc:grpChg chg="mod">
          <ac:chgData name="kalyanik@udel.edu" userId="S::urn:spo:guest#kalyanik@udel.edu::" providerId="AD" clId="Web-{9ACE6A37-6D7A-F330-43F7-37CA193F7231}" dt="2026-04-13T15:15:44.647" v="548" actId="14100"/>
          <ac:grpSpMkLst>
            <pc:docMk/>
            <pc:sldMk cId="3587234819" sldId="278"/>
            <ac:grpSpMk id="10" creationId="{DC79D1F7-1B5C-84FC-5316-A230820E6C46}"/>
          </ac:grpSpMkLst>
        </pc:grpChg>
      </pc:sldChg>
      <pc:sldChg chg="addSp delSp modSp ord">
        <pc:chgData name="kalyanik@udel.edu" userId="S::urn:spo:guest#kalyanik@udel.edu::" providerId="AD" clId="Web-{9ACE6A37-6D7A-F330-43F7-37CA193F7231}" dt="2026-04-13T15:00:30.149" v="481" actId="20577"/>
        <pc:sldMkLst>
          <pc:docMk/>
          <pc:sldMk cId="399071377" sldId="279"/>
        </pc:sldMkLst>
        <pc:spChg chg="mod">
          <ac:chgData name="kalyanik@udel.edu" userId="S::urn:spo:guest#kalyanik@udel.edu::" providerId="AD" clId="Web-{9ACE6A37-6D7A-F330-43F7-37CA193F7231}" dt="2026-04-13T13:51:33.383" v="39" actId="20577"/>
          <ac:spMkLst>
            <pc:docMk/>
            <pc:sldMk cId="399071377" sldId="279"/>
            <ac:spMk id="2" creationId="{85DC5B42-CC98-16D5-970C-AC28159C4E37}"/>
          </ac:spMkLst>
        </pc:spChg>
        <pc:spChg chg="del mod">
          <ac:chgData name="kalyanik@udel.edu" userId="S::urn:spo:guest#kalyanik@udel.edu::" providerId="AD" clId="Web-{9ACE6A37-6D7A-F330-43F7-37CA193F7231}" dt="2026-04-13T13:51:02.241" v="38"/>
          <ac:spMkLst>
            <pc:docMk/>
            <pc:sldMk cId="399071377" sldId="279"/>
            <ac:spMk id="5" creationId="{677EA355-0C27-BB2C-3B33-BBDBB7B93255}"/>
          </ac:spMkLst>
        </pc:spChg>
        <pc:spChg chg="add mod">
          <ac:chgData name="kalyanik@udel.edu" userId="S::urn:spo:guest#kalyanik@udel.edu::" providerId="AD" clId="Web-{9ACE6A37-6D7A-F330-43F7-37CA193F7231}" dt="2026-04-13T15:00:30.149" v="481" actId="20577"/>
          <ac:spMkLst>
            <pc:docMk/>
            <pc:sldMk cId="399071377" sldId="279"/>
            <ac:spMk id="7" creationId="{02F6B831-54D9-493A-2FFD-4ACBA53C50AF}"/>
          </ac:spMkLst>
        </pc:spChg>
        <pc:picChg chg="add del">
          <ac:chgData name="kalyanik@udel.edu" userId="S::urn:spo:guest#kalyanik@udel.edu::" providerId="AD" clId="Web-{9ACE6A37-6D7A-F330-43F7-37CA193F7231}" dt="2026-04-13T13:52:14.715" v="42"/>
          <ac:picMkLst>
            <pc:docMk/>
            <pc:sldMk cId="399071377" sldId="279"/>
            <ac:picMk id="3" creationId="{A02B8F35-0134-1F25-56FA-ED0CC69520C4}"/>
          </ac:picMkLst>
        </pc:picChg>
        <pc:picChg chg="add del mod">
          <ac:chgData name="kalyanik@udel.edu" userId="S::urn:spo:guest#kalyanik@udel.edu::" providerId="AD" clId="Web-{9ACE6A37-6D7A-F330-43F7-37CA193F7231}" dt="2026-04-13T14:58:53.441" v="385" actId="1076"/>
          <ac:picMkLst>
            <pc:docMk/>
            <pc:sldMk cId="399071377" sldId="279"/>
            <ac:picMk id="4" creationId="{E2F8380A-A05E-C0FD-326B-74A2B80E338F}"/>
          </ac:picMkLst>
        </pc:picChg>
        <pc:picChg chg="add del">
          <ac:chgData name="kalyanik@udel.edu" userId="S::urn:spo:guest#kalyanik@udel.edu::" providerId="AD" clId="Web-{9ACE6A37-6D7A-F330-43F7-37CA193F7231}" dt="2026-04-13T13:53:41.081" v="45"/>
          <ac:picMkLst>
            <pc:docMk/>
            <pc:sldMk cId="399071377" sldId="279"/>
            <ac:picMk id="6" creationId="{D8C76307-4A42-2455-249D-5587E855B993}"/>
          </ac:picMkLst>
        </pc:picChg>
      </pc:sldChg>
      <pc:sldChg chg="del">
        <pc:chgData name="kalyanik@udel.edu" userId="S::urn:spo:guest#kalyanik@udel.edu::" providerId="AD" clId="Web-{9ACE6A37-6D7A-F330-43F7-37CA193F7231}" dt="2026-04-13T13:32:48.815" v="5"/>
        <pc:sldMkLst>
          <pc:docMk/>
          <pc:sldMk cId="3655688611" sldId="286"/>
        </pc:sldMkLst>
      </pc:sldChg>
      <pc:sldChg chg="del">
        <pc:chgData name="kalyanik@udel.edu" userId="S::urn:spo:guest#kalyanik@udel.edu::" providerId="AD" clId="Web-{9ACE6A37-6D7A-F330-43F7-37CA193F7231}" dt="2026-04-13T13:32:49.206" v="6"/>
        <pc:sldMkLst>
          <pc:docMk/>
          <pc:sldMk cId="3336356860" sldId="287"/>
        </pc:sldMkLst>
      </pc:sldChg>
      <pc:sldChg chg="del">
        <pc:chgData name="kalyanik@udel.edu" userId="S::urn:spo:guest#kalyanik@udel.edu::" providerId="AD" clId="Web-{9ACE6A37-6D7A-F330-43F7-37CA193F7231}" dt="2026-04-13T13:32:49.690" v="7"/>
        <pc:sldMkLst>
          <pc:docMk/>
          <pc:sldMk cId="3442642873" sldId="288"/>
        </pc:sldMkLst>
      </pc:sldChg>
      <pc:sldChg chg="del">
        <pc:chgData name="kalyanik@udel.edu" userId="S::urn:spo:guest#kalyanik@udel.edu::" providerId="AD" clId="Web-{9ACE6A37-6D7A-F330-43F7-37CA193F7231}" dt="2026-04-13T13:32:46.034" v="2"/>
        <pc:sldMkLst>
          <pc:docMk/>
          <pc:sldMk cId="458835366" sldId="289"/>
        </pc:sldMkLst>
      </pc:sldChg>
      <pc:sldChg chg="del">
        <pc:chgData name="kalyanik@udel.edu" userId="S::urn:spo:guest#kalyanik@udel.edu::" providerId="AD" clId="Web-{9ACE6A37-6D7A-F330-43F7-37CA193F7231}" dt="2026-04-13T13:32:47.112" v="3"/>
        <pc:sldMkLst>
          <pc:docMk/>
          <pc:sldMk cId="3801873994" sldId="290"/>
        </pc:sldMkLst>
      </pc:sldChg>
      <pc:sldChg chg="del">
        <pc:chgData name="kalyanik@udel.edu" userId="S::urn:spo:guest#kalyanik@udel.edu::" providerId="AD" clId="Web-{9ACE6A37-6D7A-F330-43F7-37CA193F7231}" dt="2026-04-13T13:32:48.315" v="4"/>
        <pc:sldMkLst>
          <pc:docMk/>
          <pc:sldMk cId="1046020445" sldId="291"/>
        </pc:sldMkLst>
      </pc:sldChg>
      <pc:sldChg chg="del">
        <pc:chgData name="kalyanik@udel.edu" userId="S::urn:spo:guest#kalyanik@udel.edu::" providerId="AD" clId="Web-{9ACE6A37-6D7A-F330-43F7-37CA193F7231}" dt="2026-04-13T13:32:54.862" v="8"/>
        <pc:sldMkLst>
          <pc:docMk/>
          <pc:sldMk cId="1876680525" sldId="292"/>
        </pc:sldMkLst>
      </pc:sldChg>
      <pc:sldChg chg="del">
        <pc:chgData name="kalyanik@udel.edu" userId="S::urn:spo:guest#kalyanik@udel.edu::" providerId="AD" clId="Web-{9ACE6A37-6D7A-F330-43F7-37CA193F7231}" dt="2026-04-13T13:33:03.050" v="9"/>
        <pc:sldMkLst>
          <pc:docMk/>
          <pc:sldMk cId="3293071300" sldId="293"/>
        </pc:sldMkLst>
      </pc:sldChg>
      <pc:sldChg chg="addSp delSp modSp new ord">
        <pc:chgData name="kalyanik@udel.edu" userId="S::urn:spo:guest#kalyanik@udel.edu::" providerId="AD" clId="Web-{9ACE6A37-6D7A-F330-43F7-37CA193F7231}" dt="2026-04-13T14:01:20.676" v="82" actId="1076"/>
        <pc:sldMkLst>
          <pc:docMk/>
          <pc:sldMk cId="950171385" sldId="297"/>
        </pc:sldMkLst>
        <pc:spChg chg="del">
          <ac:chgData name="kalyanik@udel.edu" userId="S::urn:spo:guest#kalyanik@udel.edu::" providerId="AD" clId="Web-{9ACE6A37-6D7A-F330-43F7-37CA193F7231}" dt="2026-04-13T13:33:28.222" v="13"/>
          <ac:spMkLst>
            <pc:docMk/>
            <pc:sldMk cId="950171385" sldId="297"/>
            <ac:spMk id="2" creationId="{428507FC-45F4-CF06-C12F-263E7AB180A4}"/>
          </ac:spMkLst>
        </pc:spChg>
        <pc:spChg chg="del">
          <ac:chgData name="kalyanik@udel.edu" userId="S::urn:spo:guest#kalyanik@udel.edu::" providerId="AD" clId="Web-{9ACE6A37-6D7A-F330-43F7-37CA193F7231}" dt="2026-04-13T13:33:28.222" v="12"/>
          <ac:spMkLst>
            <pc:docMk/>
            <pc:sldMk cId="950171385" sldId="297"/>
            <ac:spMk id="3" creationId="{ECFFE03D-2E3E-6CE8-D49C-56C97E25F03F}"/>
          </ac:spMkLst>
        </pc:spChg>
        <pc:spChg chg="add del mod">
          <ac:chgData name="kalyanik@udel.edu" userId="S::urn:spo:guest#kalyanik@udel.edu::" providerId="AD" clId="Web-{9ACE6A37-6D7A-F330-43F7-37CA193F7231}" dt="2026-04-13T13:33:33.191" v="17"/>
          <ac:spMkLst>
            <pc:docMk/>
            <pc:sldMk cId="950171385" sldId="297"/>
            <ac:spMk id="4" creationId="{31F1C8BD-17B5-BA68-0AD1-BCBFD2D61012}"/>
          </ac:spMkLst>
        </pc:spChg>
        <pc:spChg chg="add mod">
          <ac:chgData name="kalyanik@udel.edu" userId="S::urn:spo:guest#kalyanik@udel.edu::" providerId="AD" clId="Web-{9ACE6A37-6D7A-F330-43F7-37CA193F7231}" dt="2026-04-13T13:36:34.015" v="37" actId="20577"/>
          <ac:spMkLst>
            <pc:docMk/>
            <pc:sldMk cId="950171385" sldId="297"/>
            <ac:spMk id="7" creationId="{ED1E572B-76C2-5BC9-BDEA-673799555FBF}"/>
          </ac:spMkLst>
        </pc:spChg>
        <pc:picChg chg="add del mod">
          <ac:chgData name="kalyanik@udel.edu" userId="S::urn:spo:guest#kalyanik@udel.edu::" providerId="AD" clId="Web-{9ACE6A37-6D7A-F330-43F7-37CA193F7231}" dt="2026-04-13T13:34:38.209" v="20"/>
          <ac:picMkLst>
            <pc:docMk/>
            <pc:sldMk cId="950171385" sldId="297"/>
            <ac:picMk id="5" creationId="{5DD1D6D8-486D-11E1-620B-C202C702ECD8}"/>
          </ac:picMkLst>
        </pc:picChg>
        <pc:picChg chg="add del mod">
          <ac:chgData name="kalyanik@udel.edu" userId="S::urn:spo:guest#kalyanik@udel.edu::" providerId="AD" clId="Web-{9ACE6A37-6D7A-F330-43F7-37CA193F7231}" dt="2026-04-13T14:00:52.253" v="79"/>
          <ac:picMkLst>
            <pc:docMk/>
            <pc:sldMk cId="950171385" sldId="297"/>
            <ac:picMk id="6" creationId="{0436A3EF-D6F7-DC63-ACFF-38B57D834A75}"/>
          </ac:picMkLst>
        </pc:picChg>
        <pc:picChg chg="add mod">
          <ac:chgData name="kalyanik@udel.edu" userId="S::urn:spo:guest#kalyanik@udel.edu::" providerId="AD" clId="Web-{9ACE6A37-6D7A-F330-43F7-37CA193F7231}" dt="2026-04-13T14:01:20.676" v="82" actId="1076"/>
          <ac:picMkLst>
            <pc:docMk/>
            <pc:sldMk cId="950171385" sldId="297"/>
            <ac:picMk id="8" creationId="{8C619E95-F33D-0502-9212-DB7863D7533C}"/>
          </ac:picMkLst>
        </pc:picChg>
      </pc:sldChg>
      <pc:sldChg chg="addSp delSp modSp add replId">
        <pc:chgData name="kalyanik@udel.edu" userId="S::urn:spo:guest#kalyanik@udel.edu::" providerId="AD" clId="Web-{9ACE6A37-6D7A-F330-43F7-37CA193F7231}" dt="2026-04-13T15:37:34.870" v="556"/>
        <pc:sldMkLst>
          <pc:docMk/>
          <pc:sldMk cId="1471651221" sldId="298"/>
        </pc:sldMkLst>
        <pc:spChg chg="mod">
          <ac:chgData name="kalyanik@udel.edu" userId="S::urn:spo:guest#kalyanik@udel.edu::" providerId="AD" clId="Web-{9ACE6A37-6D7A-F330-43F7-37CA193F7231}" dt="2026-04-13T14:36:01.526" v="301" actId="20577"/>
          <ac:spMkLst>
            <pc:docMk/>
            <pc:sldMk cId="1471651221" sldId="298"/>
            <ac:spMk id="2" creationId="{9D6FFD59-BBF4-DD58-E0AD-2A8B407D984E}"/>
          </ac:spMkLst>
        </pc:spChg>
        <pc:spChg chg="add mod">
          <ac:chgData name="kalyanik@udel.edu" userId="S::urn:spo:guest#kalyanik@udel.edu::" providerId="AD" clId="Web-{9ACE6A37-6D7A-F330-43F7-37CA193F7231}" dt="2026-04-13T15:06:06.151" v="532" actId="1076"/>
          <ac:spMkLst>
            <pc:docMk/>
            <pc:sldMk cId="1471651221" sldId="298"/>
            <ac:spMk id="5" creationId="{E6AE55D1-3C03-B54E-0D04-DD94EA6DF6E3}"/>
          </ac:spMkLst>
        </pc:spChg>
        <pc:picChg chg="add del mod">
          <ac:chgData name="kalyanik@udel.edu" userId="S::urn:spo:guest#kalyanik@udel.edu::" providerId="AD" clId="Web-{9ACE6A37-6D7A-F330-43F7-37CA193F7231}" dt="2026-04-13T15:05:39.291" v="525"/>
          <ac:picMkLst>
            <pc:docMk/>
            <pc:sldMk cId="1471651221" sldId="298"/>
            <ac:picMk id="3" creationId="{7C6C2FF9-D373-0A8D-CBD4-567388D1D930}"/>
          </ac:picMkLst>
        </pc:picChg>
        <pc:picChg chg="del">
          <ac:chgData name="kalyanik@udel.edu" userId="S::urn:spo:guest#kalyanik@udel.edu::" providerId="AD" clId="Web-{9ACE6A37-6D7A-F330-43F7-37CA193F7231}" dt="2026-04-13T13:53:49.956" v="49"/>
          <ac:picMkLst>
            <pc:docMk/>
            <pc:sldMk cId="1471651221" sldId="298"/>
            <ac:picMk id="4" creationId="{04B0F0C9-38A5-FE36-B527-01628513E1FE}"/>
          </ac:picMkLst>
        </pc:picChg>
        <pc:picChg chg="add del mod ord modCrop">
          <ac:chgData name="kalyanik@udel.edu" userId="S::urn:spo:guest#kalyanik@udel.edu::" providerId="AD" clId="Web-{9ACE6A37-6D7A-F330-43F7-37CA193F7231}" dt="2026-04-13T15:37:02.087" v="549"/>
          <ac:picMkLst>
            <pc:docMk/>
            <pc:sldMk cId="1471651221" sldId="298"/>
            <ac:picMk id="6" creationId="{3875A6A5-4336-2734-394E-99C7B5ADD953}"/>
          </ac:picMkLst>
        </pc:picChg>
        <pc:picChg chg="add mod ord modCrop">
          <ac:chgData name="kalyanik@udel.edu" userId="S::urn:spo:guest#kalyanik@udel.edu::" providerId="AD" clId="Web-{9ACE6A37-6D7A-F330-43F7-37CA193F7231}" dt="2026-04-13T15:37:34.870" v="556"/>
          <ac:picMkLst>
            <pc:docMk/>
            <pc:sldMk cId="1471651221" sldId="298"/>
            <ac:picMk id="7" creationId="{4F548F23-CE95-B8F9-E04C-3873389F8F5D}"/>
          </ac:picMkLst>
        </pc:picChg>
      </pc:sldChg>
      <pc:sldChg chg="addSp delSp modSp add del ord replId">
        <pc:chgData name="kalyanik@udel.edu" userId="S::urn:spo:guest#kalyanik@udel.edu::" providerId="AD" clId="Web-{9ACE6A37-6D7A-F330-43F7-37CA193F7231}" dt="2026-04-13T14:44:21.682" v="352"/>
        <pc:sldMkLst>
          <pc:docMk/>
          <pc:sldMk cId="2260507229" sldId="299"/>
        </pc:sldMkLst>
        <pc:spChg chg="mod">
          <ac:chgData name="kalyanik@udel.edu" userId="S::urn:spo:guest#kalyanik@udel.edu::" providerId="AD" clId="Web-{9ACE6A37-6D7A-F330-43F7-37CA193F7231}" dt="2026-04-13T14:43:31.318" v="349" actId="20577"/>
          <ac:spMkLst>
            <pc:docMk/>
            <pc:sldMk cId="2260507229" sldId="299"/>
            <ac:spMk id="2" creationId="{AD156DAF-2320-641A-8CFA-00BD76962D0A}"/>
          </ac:spMkLst>
        </pc:spChg>
        <pc:picChg chg="del">
          <ac:chgData name="kalyanik@udel.edu" userId="S::urn:spo:guest#kalyanik@udel.edu::" providerId="AD" clId="Web-{9ACE6A37-6D7A-F330-43F7-37CA193F7231}" dt="2026-04-13T14:03:18.256" v="163"/>
          <ac:picMkLst>
            <pc:docMk/>
            <pc:sldMk cId="2260507229" sldId="299"/>
            <ac:picMk id="3" creationId="{377907CB-D9F3-ADCD-7705-30637D5F0801}"/>
          </ac:picMkLst>
        </pc:picChg>
        <pc:picChg chg="add mod">
          <ac:chgData name="kalyanik@udel.edu" userId="S::urn:spo:guest#kalyanik@udel.edu::" providerId="AD" clId="Web-{9ACE6A37-6D7A-F330-43F7-37CA193F7231}" dt="2026-04-13T14:44:09.806" v="351" actId="1076"/>
          <ac:picMkLst>
            <pc:docMk/>
            <pc:sldMk cId="2260507229" sldId="299"/>
            <ac:picMk id="4" creationId="{3223037A-93CB-F445-D0C4-2DA6A6CFCA3A}"/>
          </ac:picMkLst>
        </pc:picChg>
      </pc:sldChg>
      <pc:sldChg chg="addSp delSp modSp add replId">
        <pc:chgData name="kalyanik@udel.edu" userId="S::urn:spo:guest#kalyanik@udel.edu::" providerId="AD" clId="Web-{9ACE6A37-6D7A-F330-43F7-37CA193F7231}" dt="2026-04-13T14:49:07.242" v="377" actId="14100"/>
        <pc:sldMkLst>
          <pc:docMk/>
          <pc:sldMk cId="2440607926" sldId="300"/>
        </pc:sldMkLst>
        <pc:spChg chg="mod">
          <ac:chgData name="kalyanik@udel.edu" userId="S::urn:spo:guest#kalyanik@udel.edu::" providerId="AD" clId="Web-{9ACE6A37-6D7A-F330-43F7-37CA193F7231}" dt="2026-04-13T14:31:39.207" v="300" actId="20577"/>
          <ac:spMkLst>
            <pc:docMk/>
            <pc:sldMk cId="2440607926" sldId="300"/>
            <ac:spMk id="2" creationId="{37E1DDC9-9853-F092-C53F-53D81782B22A}"/>
          </ac:spMkLst>
        </pc:spChg>
        <pc:spChg chg="del">
          <ac:chgData name="kalyanik@udel.edu" userId="S::urn:spo:guest#kalyanik@udel.edu::" providerId="AD" clId="Web-{9ACE6A37-6D7A-F330-43F7-37CA193F7231}" dt="2026-04-13T14:04:15.569" v="169"/>
          <ac:spMkLst>
            <pc:docMk/>
            <pc:sldMk cId="2440607926" sldId="300"/>
            <ac:spMk id="7" creationId="{A2EFAB17-43A0-5C07-422F-223D40C9287B}"/>
          </ac:spMkLst>
        </pc:spChg>
        <pc:spChg chg="add mod">
          <ac:chgData name="kalyanik@udel.edu" userId="S::urn:spo:guest#kalyanik@udel.edu::" providerId="AD" clId="Web-{9ACE6A37-6D7A-F330-43F7-37CA193F7231}" dt="2026-04-13T14:49:07.242" v="377" actId="14100"/>
          <ac:spMkLst>
            <pc:docMk/>
            <pc:sldMk cId="2440607926" sldId="300"/>
            <ac:spMk id="11" creationId="{F3531F67-E4FC-FC88-CFD8-975613AF5D59}"/>
          </ac:spMkLst>
        </pc:spChg>
        <pc:picChg chg="add del mod">
          <ac:chgData name="kalyanik@udel.edu" userId="S::urn:spo:guest#kalyanik@udel.edu::" providerId="AD" clId="Web-{9ACE6A37-6D7A-F330-43F7-37CA193F7231}" dt="2026-04-13T14:04:31.648" v="173"/>
          <ac:picMkLst>
            <pc:docMk/>
            <pc:sldMk cId="2440607926" sldId="300"/>
            <ac:picMk id="3" creationId="{EE5622DB-9B9A-5E1D-72E2-014BC315D56C}"/>
          </ac:picMkLst>
        </pc:picChg>
        <pc:picChg chg="del">
          <ac:chgData name="kalyanik@udel.edu" userId="S::urn:spo:guest#kalyanik@udel.edu::" providerId="AD" clId="Web-{9ACE6A37-6D7A-F330-43F7-37CA193F7231}" dt="2026-04-13T14:04:10.616" v="168"/>
          <ac:picMkLst>
            <pc:docMk/>
            <pc:sldMk cId="2440607926" sldId="300"/>
            <ac:picMk id="4" creationId="{B1987286-EEEF-A118-1885-396CB573C166}"/>
          </ac:picMkLst>
        </pc:picChg>
        <pc:picChg chg="add del mod">
          <ac:chgData name="kalyanik@udel.edu" userId="S::urn:spo:guest#kalyanik@udel.edu::" providerId="AD" clId="Web-{9ACE6A37-6D7A-F330-43F7-37CA193F7231}" dt="2026-04-13T14:06:03.977" v="182"/>
          <ac:picMkLst>
            <pc:docMk/>
            <pc:sldMk cId="2440607926" sldId="300"/>
            <ac:picMk id="5" creationId="{0673E5F2-CD73-54AF-446C-2CDADC4EC201}"/>
          </ac:picMkLst>
        </pc:picChg>
        <pc:picChg chg="add del mod">
          <ac:chgData name="kalyanik@udel.edu" userId="S::urn:spo:guest#kalyanik@udel.edu::" providerId="AD" clId="Web-{9ACE6A37-6D7A-F330-43F7-37CA193F7231}" dt="2026-04-13T14:05:37.243" v="181"/>
          <ac:picMkLst>
            <pc:docMk/>
            <pc:sldMk cId="2440607926" sldId="300"/>
            <ac:picMk id="6" creationId="{91397965-1ED2-9D7E-2F7A-C9A7BAC9BE9C}"/>
          </ac:picMkLst>
        </pc:picChg>
        <pc:picChg chg="add del">
          <ac:chgData name="kalyanik@udel.edu" userId="S::urn:spo:guest#kalyanik@udel.edu::" providerId="AD" clId="Web-{9ACE6A37-6D7A-F330-43F7-37CA193F7231}" dt="2026-04-13T14:05:26.742" v="179"/>
          <ac:picMkLst>
            <pc:docMk/>
            <pc:sldMk cId="2440607926" sldId="300"/>
            <ac:picMk id="8" creationId="{11CABDAA-850E-BCCE-06F6-B43679BD7938}"/>
          </ac:picMkLst>
        </pc:picChg>
        <pc:picChg chg="add mod">
          <ac:chgData name="kalyanik@udel.edu" userId="S::urn:spo:guest#kalyanik@udel.edu::" providerId="AD" clId="Web-{9ACE6A37-6D7A-F330-43F7-37CA193F7231}" dt="2026-04-13T14:48:56.898" v="374" actId="1076"/>
          <ac:picMkLst>
            <pc:docMk/>
            <pc:sldMk cId="2440607926" sldId="300"/>
            <ac:picMk id="9" creationId="{F813CBF0-6B8D-6249-9565-2E55514ADF70}"/>
          </ac:picMkLst>
        </pc:picChg>
        <pc:picChg chg="add mod">
          <ac:chgData name="kalyanik@udel.edu" userId="S::urn:spo:guest#kalyanik@udel.edu::" providerId="AD" clId="Web-{9ACE6A37-6D7A-F330-43F7-37CA193F7231}" dt="2026-04-13T14:49:01.445" v="375" actId="1076"/>
          <ac:picMkLst>
            <pc:docMk/>
            <pc:sldMk cId="2440607926" sldId="300"/>
            <ac:picMk id="10" creationId="{F611D112-A6B3-D2A3-B78F-6E9384732F9D}"/>
          </ac:picMkLst>
        </pc:picChg>
      </pc:sldChg>
      <pc:sldChg chg="add del">
        <pc:chgData name="kalyanik@udel.edu" userId="S::urn:spo:guest#kalyanik@udel.edu::" providerId="AD" clId="Web-{9ACE6A37-6D7A-F330-43F7-37CA193F7231}" dt="2026-04-13T14:04:25.367" v="171"/>
        <pc:sldMkLst>
          <pc:docMk/>
          <pc:sldMk cId="10113476" sldId="301"/>
        </pc:sldMkLst>
      </pc:sldChg>
      <pc:sldChg chg="addSp delSp modSp add replId">
        <pc:chgData name="kalyanik@udel.edu" userId="S::urn:spo:guest#kalyanik@udel.edu::" providerId="AD" clId="Web-{9ACE6A37-6D7A-F330-43F7-37CA193F7231}" dt="2026-04-13T16:53:36.452" v="568" actId="1076"/>
        <pc:sldMkLst>
          <pc:docMk/>
          <pc:sldMk cId="933920239" sldId="301"/>
        </pc:sldMkLst>
        <pc:spChg chg="mod">
          <ac:chgData name="kalyanik@udel.edu" userId="S::urn:spo:guest#kalyanik@udel.edu::" providerId="AD" clId="Web-{9ACE6A37-6D7A-F330-43F7-37CA193F7231}" dt="2026-04-13T15:03:20.379" v="523" actId="20577"/>
          <ac:spMkLst>
            <pc:docMk/>
            <pc:sldMk cId="933920239" sldId="301"/>
            <ac:spMk id="2" creationId="{734545F4-8171-7A35-D249-31DCAD01C56C}"/>
          </ac:spMkLst>
        </pc:spChg>
        <pc:spChg chg="add mod">
          <ac:chgData name="kalyanik@udel.edu" userId="S::urn:spo:guest#kalyanik@udel.edu::" providerId="AD" clId="Web-{9ACE6A37-6D7A-F330-43F7-37CA193F7231}" dt="2026-04-13T16:53:36.452" v="568" actId="1076"/>
          <ac:spMkLst>
            <pc:docMk/>
            <pc:sldMk cId="933920239" sldId="301"/>
            <ac:spMk id="5" creationId="{A58C248F-4C0D-9D0F-1530-29AA4CD0A2ED}"/>
          </ac:spMkLst>
        </pc:spChg>
        <pc:spChg chg="add mod">
          <ac:chgData name="kalyanik@udel.edu" userId="S::urn:spo:guest#kalyanik@udel.edu::" providerId="AD" clId="Web-{9ACE6A37-6D7A-F330-43F7-37CA193F7231}" dt="2026-04-13T15:03:07.207" v="492" actId="1076"/>
          <ac:spMkLst>
            <pc:docMk/>
            <pc:sldMk cId="933920239" sldId="301"/>
            <ac:spMk id="6" creationId="{745F3B01-1DC8-0F1C-D183-84F4CDEEBFBA}"/>
          </ac:spMkLst>
        </pc:spChg>
        <pc:picChg chg="add mod ord modCrop">
          <ac:chgData name="kalyanik@udel.edu" userId="S::urn:spo:guest#kalyanik@udel.edu::" providerId="AD" clId="Web-{9ACE6A37-6D7A-F330-43F7-37CA193F7231}" dt="2026-04-13T16:53:29.765" v="567"/>
          <ac:picMkLst>
            <pc:docMk/>
            <pc:sldMk cId="933920239" sldId="301"/>
            <ac:picMk id="3" creationId="{78768903-313A-6695-173D-C53D426657B6}"/>
          </ac:picMkLst>
        </pc:picChg>
        <pc:picChg chg="add del mod">
          <ac:chgData name="kalyanik@udel.edu" userId="S::urn:spo:guest#kalyanik@udel.edu::" providerId="AD" clId="Web-{9ACE6A37-6D7A-F330-43F7-37CA193F7231}" dt="2026-04-13T15:13:59.646" v="535"/>
          <ac:picMkLst>
            <pc:docMk/>
            <pc:sldMk cId="933920239" sldId="301"/>
            <ac:picMk id="3" creationId="{A2A32A9D-5C8C-7D34-4D5E-3149F1F42907}"/>
          </ac:picMkLst>
        </pc:picChg>
        <pc:picChg chg="del">
          <ac:chgData name="kalyanik@udel.edu" userId="S::urn:spo:guest#kalyanik@udel.edu::" providerId="AD" clId="Web-{9ACE6A37-6D7A-F330-43F7-37CA193F7231}" dt="2026-04-13T14:19:59.744" v="288"/>
          <ac:picMkLst>
            <pc:docMk/>
            <pc:sldMk cId="933920239" sldId="301"/>
            <ac:picMk id="4" creationId="{1E66511C-870F-8CE9-7152-CE7CA6541EDE}"/>
          </ac:picMkLst>
        </pc:picChg>
        <pc:picChg chg="add del mod">
          <ac:chgData name="kalyanik@udel.edu" userId="S::urn:spo:guest#kalyanik@udel.edu::" providerId="AD" clId="Web-{9ACE6A37-6D7A-F330-43F7-37CA193F7231}" dt="2026-04-13T15:14:53.959" v="539"/>
          <ac:picMkLst>
            <pc:docMk/>
            <pc:sldMk cId="933920239" sldId="301"/>
            <ac:picMk id="7" creationId="{3C78C6AD-CDAC-4825-F9ED-239443B7BB3B}"/>
          </ac:picMkLst>
        </pc:picChg>
        <pc:picChg chg="add del mod modCrop">
          <ac:chgData name="kalyanik@udel.edu" userId="S::urn:spo:guest#kalyanik@udel.edu::" providerId="AD" clId="Web-{9ACE6A37-6D7A-F330-43F7-37CA193F7231}" dt="2026-04-13T15:43:25.049" v="557"/>
          <ac:picMkLst>
            <pc:docMk/>
            <pc:sldMk cId="933920239" sldId="301"/>
            <ac:picMk id="8" creationId="{57DB6E71-79DE-40B6-8DFB-26DF4DE46E93}"/>
          </ac:picMkLst>
        </pc:picChg>
      </pc:sldChg>
      <pc:sldChg chg="addSp delSp modSp add del replId">
        <pc:chgData name="kalyanik@udel.edu" userId="S::urn:spo:guest#kalyanik@udel.edu::" providerId="AD" clId="Web-{9ACE6A37-6D7A-F330-43F7-37CA193F7231}" dt="2026-04-13T14:10:50.975" v="270"/>
        <pc:sldMkLst>
          <pc:docMk/>
          <pc:sldMk cId="1246897874" sldId="301"/>
        </pc:sldMkLst>
        <pc:spChg chg="mod">
          <ac:chgData name="kalyanik@udel.edu" userId="S::urn:spo:guest#kalyanik@udel.edu::" providerId="AD" clId="Web-{9ACE6A37-6D7A-F330-43F7-37CA193F7231}" dt="2026-04-13T14:07:55.400" v="245" actId="20577"/>
          <ac:spMkLst>
            <pc:docMk/>
            <pc:sldMk cId="1246897874" sldId="301"/>
            <ac:spMk id="2" creationId="{A7DE6BD7-8740-F0BE-1A69-3361F2A5F9CE}"/>
          </ac:spMkLst>
        </pc:spChg>
        <pc:picChg chg="add mod">
          <ac:chgData name="kalyanik@udel.edu" userId="S::urn:spo:guest#kalyanik@udel.edu::" providerId="AD" clId="Web-{9ACE6A37-6D7A-F330-43F7-37CA193F7231}" dt="2026-04-13T14:10:40.787" v="269" actId="1076"/>
          <ac:picMkLst>
            <pc:docMk/>
            <pc:sldMk cId="1246897874" sldId="301"/>
            <ac:picMk id="3" creationId="{335114C8-DB78-348A-7D8D-11B7AB23616F}"/>
          </ac:picMkLst>
        </pc:picChg>
        <pc:picChg chg="del">
          <ac:chgData name="kalyanik@udel.edu" userId="S::urn:spo:guest#kalyanik@udel.edu::" providerId="AD" clId="Web-{9ACE6A37-6D7A-F330-43F7-37CA193F7231}" dt="2026-04-13T14:06:21.399" v="187"/>
          <ac:picMkLst>
            <pc:docMk/>
            <pc:sldMk cId="1246897874" sldId="301"/>
            <ac:picMk id="5" creationId="{C1351976-8CCE-AC4F-8FF8-631C08DEDC80}"/>
          </ac:picMkLst>
        </pc:picChg>
        <pc:picChg chg="del">
          <ac:chgData name="kalyanik@udel.edu" userId="S::urn:spo:guest#kalyanik@udel.edu::" providerId="AD" clId="Web-{9ACE6A37-6D7A-F330-43F7-37CA193F7231}" dt="2026-04-13T14:06:18.821" v="186"/>
          <ac:picMkLst>
            <pc:docMk/>
            <pc:sldMk cId="1246897874" sldId="301"/>
            <ac:picMk id="6" creationId="{20533419-EDBA-81D3-0BC1-5B326C80C73C}"/>
          </ac:picMkLst>
        </pc:picChg>
      </pc:sldChg>
      <pc:sldChg chg="add del replId">
        <pc:chgData name="kalyanik@udel.edu" userId="S::urn:spo:guest#kalyanik@udel.edu::" providerId="AD" clId="Web-{9ACE6A37-6D7A-F330-43F7-37CA193F7231}" dt="2026-04-13T14:20:10.494" v="293"/>
        <pc:sldMkLst>
          <pc:docMk/>
          <pc:sldMk cId="2571940387" sldId="302"/>
        </pc:sldMkLst>
      </pc:sldChg>
    </pc:docChg>
  </pc:docChgLst>
  <pc:docChgLst>
    <pc:chgData name="kalyanik@udel.edu" userId="S::urn:spo:guest#kalyanik@udel.edu::" providerId="AD" clId="Web-{84600C33-618A-96B3-246B-435A99B68536}"/>
    <pc:docChg chg="modSld">
      <pc:chgData name="kalyanik@udel.edu" userId="S::urn:spo:guest#kalyanik@udel.edu::" providerId="AD" clId="Web-{84600C33-618A-96B3-246B-435A99B68536}" dt="2026-04-06T22:42:43.365" v="0" actId="1076"/>
      <pc:docMkLst>
        <pc:docMk/>
      </pc:docMkLst>
    </pc:docChg>
  </pc:docChgLst>
  <pc:docChgLst>
    <pc:chgData name="dtrott@udel.edu" userId="S::urn:spo:guest#dtrott@udel.edu::" providerId="AD" clId="Web-{A1FF86A1-A2CE-3776-57D0-A68E475CB9F5}"/>
    <pc:docChg chg="addSld delSld modSld sldOrd">
      <pc:chgData name="dtrott@udel.edu" userId="S::urn:spo:guest#dtrott@udel.edu::" providerId="AD" clId="Web-{A1FF86A1-A2CE-3776-57D0-A68E475CB9F5}" dt="2026-04-08T15:48:32.977" v="708"/>
      <pc:docMkLst>
        <pc:docMk/>
      </pc:docMkLst>
      <pc:sldChg chg="delSp modSp">
        <pc:chgData name="dtrott@udel.edu" userId="S::urn:spo:guest#dtrott@udel.edu::" providerId="AD" clId="Web-{A1FF86A1-A2CE-3776-57D0-A68E475CB9F5}" dt="2026-04-07T21:50:54.179" v="369"/>
        <pc:sldMkLst>
          <pc:docMk/>
          <pc:sldMk cId="4083245122" sldId="270"/>
        </pc:sldMkLst>
        <pc:spChg chg="mod">
          <ac:chgData name="dtrott@udel.edu" userId="S::urn:spo:guest#dtrott@udel.edu::" providerId="AD" clId="Web-{A1FF86A1-A2CE-3776-57D0-A68E475CB9F5}" dt="2026-04-07T18:57:38.021" v="368" actId="20577"/>
          <ac:spMkLst>
            <pc:docMk/>
            <pc:sldMk cId="4083245122" sldId="270"/>
            <ac:spMk id="4" creationId="{0637378E-21B3-17E0-14CA-C81B0D5372AC}"/>
          </ac:spMkLst>
        </pc:spChg>
        <pc:spChg chg="mod">
          <ac:chgData name="dtrott@udel.edu" userId="S::urn:spo:guest#dtrott@udel.edu::" providerId="AD" clId="Web-{A1FF86A1-A2CE-3776-57D0-A68E475CB9F5}" dt="2026-04-07T18:56:29.192" v="317" actId="1076"/>
          <ac:spMkLst>
            <pc:docMk/>
            <pc:sldMk cId="4083245122" sldId="270"/>
            <ac:spMk id="13" creationId="{81C2305A-1F4D-B0A1-A3FB-9FD906EEE9E1}"/>
          </ac:spMkLst>
        </pc:spChg>
      </pc:sldChg>
      <pc:sldChg chg="ord">
        <pc:chgData name="dtrott@udel.edu" userId="S::urn:spo:guest#dtrott@udel.edu::" providerId="AD" clId="Web-{A1FF86A1-A2CE-3776-57D0-A68E475CB9F5}" dt="2026-04-08T15:48:32.977" v="707"/>
        <pc:sldMkLst>
          <pc:docMk/>
          <pc:sldMk cId="3501973825" sldId="272"/>
        </pc:sldMkLst>
      </pc:sldChg>
      <pc:sldChg chg="addSp delSp modSp">
        <pc:chgData name="dtrott@udel.edu" userId="S::urn:spo:guest#dtrott@udel.edu::" providerId="AD" clId="Web-{A1FF86A1-A2CE-3776-57D0-A68E475CB9F5}" dt="2026-04-07T18:47:06.469" v="224" actId="1076"/>
        <pc:sldMkLst>
          <pc:docMk/>
          <pc:sldMk cId="247730646" sldId="274"/>
        </pc:sldMkLst>
        <pc:spChg chg="add mod">
          <ac:chgData name="dtrott@udel.edu" userId="S::urn:spo:guest#dtrott@udel.edu::" providerId="AD" clId="Web-{A1FF86A1-A2CE-3776-57D0-A68E475CB9F5}" dt="2026-04-07T18:43:33.857" v="152" actId="1076"/>
          <ac:spMkLst>
            <pc:docMk/>
            <pc:sldMk cId="247730646" sldId="274"/>
            <ac:spMk id="27" creationId="{3F7B8E26-C362-2588-0692-15F1608FE255}"/>
          </ac:spMkLst>
        </pc:spChg>
        <pc:spChg chg="add mod">
          <ac:chgData name="dtrott@udel.edu" userId="S::urn:spo:guest#dtrott@udel.edu::" providerId="AD" clId="Web-{A1FF86A1-A2CE-3776-57D0-A68E475CB9F5}" dt="2026-04-07T18:44:47.857" v="163" actId="1076"/>
          <ac:spMkLst>
            <pc:docMk/>
            <pc:sldMk cId="247730646" sldId="274"/>
            <ac:spMk id="28" creationId="{001C5772-1D85-E077-5FAD-226310A24617}"/>
          </ac:spMkLst>
        </pc:spChg>
        <pc:spChg chg="add mod">
          <ac:chgData name="dtrott@udel.edu" userId="S::urn:spo:guest#dtrott@udel.edu::" providerId="AD" clId="Web-{A1FF86A1-A2CE-3776-57D0-A68E475CB9F5}" dt="2026-04-07T18:45:55.343" v="187"/>
          <ac:spMkLst>
            <pc:docMk/>
            <pc:sldMk cId="247730646" sldId="274"/>
            <ac:spMk id="29" creationId="{9F680A29-3C44-9EE5-3FCE-E78A59BE775B}"/>
          </ac:spMkLst>
        </pc:spChg>
        <pc:spChg chg="add mod">
          <ac:chgData name="dtrott@udel.edu" userId="S::urn:spo:guest#dtrott@udel.edu::" providerId="AD" clId="Web-{A1FF86A1-A2CE-3776-57D0-A68E475CB9F5}" dt="2026-04-07T18:45:59.437" v="188"/>
          <ac:spMkLst>
            <pc:docMk/>
            <pc:sldMk cId="247730646" sldId="274"/>
            <ac:spMk id="30" creationId="{64E15501-235B-0020-4076-C79DEE586E75}"/>
          </ac:spMkLst>
        </pc:spChg>
        <pc:spChg chg="add mod">
          <ac:chgData name="dtrott@udel.edu" userId="S::urn:spo:guest#dtrott@udel.edu::" providerId="AD" clId="Web-{A1FF86A1-A2CE-3776-57D0-A68E475CB9F5}" dt="2026-04-07T18:45:44.218" v="185"/>
          <ac:spMkLst>
            <pc:docMk/>
            <pc:sldMk cId="247730646" sldId="274"/>
            <ac:spMk id="31" creationId="{E72AA396-7CCB-6A30-9953-0D15E35BDE6F}"/>
          </ac:spMkLst>
        </pc:spChg>
        <pc:spChg chg="add mod">
          <ac:chgData name="dtrott@udel.edu" userId="S::urn:spo:guest#dtrott@udel.edu::" providerId="AD" clId="Web-{A1FF86A1-A2CE-3776-57D0-A68E475CB9F5}" dt="2026-04-07T18:45:50.156" v="186"/>
          <ac:spMkLst>
            <pc:docMk/>
            <pc:sldMk cId="247730646" sldId="274"/>
            <ac:spMk id="32" creationId="{771EE83B-6968-D024-9FFA-0F86E90C3432}"/>
          </ac:spMkLst>
        </pc:spChg>
        <pc:spChg chg="add mod">
          <ac:chgData name="dtrott@udel.edu" userId="S::urn:spo:guest#dtrott@udel.edu::" providerId="AD" clId="Web-{A1FF86A1-A2CE-3776-57D0-A68E475CB9F5}" dt="2026-04-07T18:46:52.938" v="220" actId="1076"/>
          <ac:spMkLst>
            <pc:docMk/>
            <pc:sldMk cId="247730646" sldId="274"/>
            <ac:spMk id="33" creationId="{73F79203-BE3E-F997-CED5-73C6B8A40CBB}"/>
          </ac:spMkLst>
        </pc:spChg>
        <pc:spChg chg="add mod">
          <ac:chgData name="dtrott@udel.edu" userId="S::urn:spo:guest#dtrott@udel.edu::" providerId="AD" clId="Web-{A1FF86A1-A2CE-3776-57D0-A68E475CB9F5}" dt="2026-04-07T18:47:06.469" v="224" actId="1076"/>
          <ac:spMkLst>
            <pc:docMk/>
            <pc:sldMk cId="247730646" sldId="274"/>
            <ac:spMk id="34" creationId="{73CD689E-4097-5596-B6C8-4646459C6163}"/>
          </ac:spMkLst>
        </pc:spChg>
        <pc:picChg chg="mod modCrop">
          <ac:chgData name="dtrott@udel.edu" userId="S::urn:spo:guest#dtrott@udel.edu::" providerId="AD" clId="Web-{A1FF86A1-A2CE-3776-57D0-A68E475CB9F5}" dt="2026-04-07T18:47:04.360" v="223"/>
          <ac:picMkLst>
            <pc:docMk/>
            <pc:sldMk cId="247730646" sldId="274"/>
            <ac:picMk id="11" creationId="{9B18A7CC-2DBD-821F-8CEA-05D7282A402B}"/>
          </ac:picMkLst>
        </pc:picChg>
        <pc:picChg chg="mod">
          <ac:chgData name="dtrott@udel.edu" userId="S::urn:spo:guest#dtrott@udel.edu::" providerId="AD" clId="Web-{A1FF86A1-A2CE-3776-57D0-A68E475CB9F5}" dt="2026-04-07T18:43:38.685" v="153" actId="1076"/>
          <ac:picMkLst>
            <pc:docMk/>
            <pc:sldMk cId="247730646" sldId="274"/>
            <ac:picMk id="12" creationId="{BA0B64B9-25FD-8BED-56F7-96218C024A94}"/>
          </ac:picMkLst>
        </pc:picChg>
        <pc:picChg chg="add mod">
          <ac:chgData name="dtrott@udel.edu" userId="S::urn:spo:guest#dtrott@udel.edu::" providerId="AD" clId="Web-{A1FF86A1-A2CE-3776-57D0-A68E475CB9F5}" dt="2026-04-07T18:35:14.958" v="83" actId="1076"/>
          <ac:picMkLst>
            <pc:docMk/>
            <pc:sldMk cId="247730646" sldId="274"/>
            <ac:picMk id="15" creationId="{16610443-96AF-ABBD-6781-D8138D64894B}"/>
          </ac:picMkLst>
        </pc:picChg>
        <pc:picChg chg="add mod modCrop">
          <ac:chgData name="dtrott@udel.edu" userId="S::urn:spo:guest#dtrott@udel.edu::" providerId="AD" clId="Web-{A1FF86A1-A2CE-3776-57D0-A68E475CB9F5}" dt="2026-04-07T18:36:16.583" v="99"/>
          <ac:picMkLst>
            <pc:docMk/>
            <pc:sldMk cId="247730646" sldId="274"/>
            <ac:picMk id="16" creationId="{BAACE379-205B-45B6-7FE4-08D8B350226B}"/>
          </ac:picMkLst>
        </pc:picChg>
        <pc:picChg chg="add mod">
          <ac:chgData name="dtrott@udel.edu" userId="S::urn:spo:guest#dtrott@udel.edu::" providerId="AD" clId="Web-{A1FF86A1-A2CE-3776-57D0-A68E475CB9F5}" dt="2026-04-07T18:35:58.568" v="93" actId="1076"/>
          <ac:picMkLst>
            <pc:docMk/>
            <pc:sldMk cId="247730646" sldId="274"/>
            <ac:picMk id="17" creationId="{1FB8866D-BEA4-ABAD-457F-F1CE1158428F}"/>
          </ac:picMkLst>
        </pc:picChg>
        <pc:picChg chg="add mod">
          <ac:chgData name="dtrott@udel.edu" userId="S::urn:spo:guest#dtrott@udel.edu::" providerId="AD" clId="Web-{A1FF86A1-A2CE-3776-57D0-A68E475CB9F5}" dt="2026-04-07T18:42:28.810" v="123" actId="1076"/>
          <ac:picMkLst>
            <pc:docMk/>
            <pc:sldMk cId="247730646" sldId="274"/>
            <ac:picMk id="22" creationId="{D16E9CA9-EB37-643E-96EC-185F52DDEDA6}"/>
          </ac:picMkLst>
        </pc:picChg>
        <pc:picChg chg="add mod">
          <ac:chgData name="dtrott@udel.edu" userId="S::urn:spo:guest#dtrott@udel.edu::" providerId="AD" clId="Web-{A1FF86A1-A2CE-3776-57D0-A68E475CB9F5}" dt="2026-04-07T18:43:08.435" v="141" actId="1076"/>
          <ac:picMkLst>
            <pc:docMk/>
            <pc:sldMk cId="247730646" sldId="274"/>
            <ac:picMk id="23" creationId="{64259F85-46D0-35FA-7A0C-2A8E20C17D68}"/>
          </ac:picMkLst>
        </pc:picChg>
        <pc:picChg chg="add mod">
          <ac:chgData name="dtrott@udel.edu" userId="S::urn:spo:guest#dtrott@udel.edu::" providerId="AD" clId="Web-{A1FF86A1-A2CE-3776-57D0-A68E475CB9F5}" dt="2026-04-07T18:45:11.561" v="171" actId="1076"/>
          <ac:picMkLst>
            <pc:docMk/>
            <pc:sldMk cId="247730646" sldId="274"/>
            <ac:picMk id="24" creationId="{BE1CC7DF-48B9-3A1C-16A4-46F4AE4AAADB}"/>
          </ac:picMkLst>
        </pc:picChg>
        <pc:picChg chg="add mod">
          <ac:chgData name="dtrott@udel.edu" userId="S::urn:spo:guest#dtrott@udel.edu::" providerId="AD" clId="Web-{A1FF86A1-A2CE-3776-57D0-A68E475CB9F5}" dt="2026-04-07T18:43:10.888" v="143" actId="1076"/>
          <ac:picMkLst>
            <pc:docMk/>
            <pc:sldMk cId="247730646" sldId="274"/>
            <ac:picMk id="25" creationId="{3B9A3D41-5AC2-7B51-4C17-A020B6358913}"/>
          </ac:picMkLst>
        </pc:picChg>
        <pc:picChg chg="add mod">
          <ac:chgData name="dtrott@udel.edu" userId="S::urn:spo:guest#dtrott@udel.edu::" providerId="AD" clId="Web-{A1FF86A1-A2CE-3776-57D0-A68E475CB9F5}" dt="2026-04-07T18:45:28.749" v="183" actId="14100"/>
          <ac:picMkLst>
            <pc:docMk/>
            <pc:sldMk cId="247730646" sldId="274"/>
            <ac:picMk id="26" creationId="{380DA59F-6763-D3D1-DE54-2EA290B29FD3}"/>
          </ac:picMkLst>
        </pc:picChg>
      </pc:sldChg>
      <pc:sldChg chg="addSp delSp modSp">
        <pc:chgData name="dtrott@udel.edu" userId="S::urn:spo:guest#dtrott@udel.edu::" providerId="AD" clId="Web-{A1FF86A1-A2CE-3776-57D0-A68E475CB9F5}" dt="2026-04-08T15:38:24.642" v="372" actId="1076"/>
        <pc:sldMkLst>
          <pc:docMk/>
          <pc:sldMk cId="1975062677" sldId="275"/>
        </pc:sldMkLst>
        <pc:spChg chg="add mod">
          <ac:chgData name="dtrott@udel.edu" userId="S::urn:spo:guest#dtrott@udel.edu::" providerId="AD" clId="Web-{A1FF86A1-A2CE-3776-57D0-A68E475CB9F5}" dt="2026-04-07T18:51:46.004" v="280" actId="1076"/>
          <ac:spMkLst>
            <pc:docMk/>
            <pc:sldMk cId="1975062677" sldId="275"/>
            <ac:spMk id="21" creationId="{CB5FC522-F51C-9E90-75D5-F04995862C40}"/>
          </ac:spMkLst>
        </pc:spChg>
        <pc:spChg chg="add mod">
          <ac:chgData name="dtrott@udel.edu" userId="S::urn:spo:guest#dtrott@udel.edu::" providerId="AD" clId="Web-{A1FF86A1-A2CE-3776-57D0-A68E475CB9F5}" dt="2026-04-07T18:51:43.347" v="277" actId="1076"/>
          <ac:spMkLst>
            <pc:docMk/>
            <pc:sldMk cId="1975062677" sldId="275"/>
            <ac:spMk id="23" creationId="{EE5132ED-8200-D6E9-227A-CED5ABF5395D}"/>
          </ac:spMkLst>
        </pc:spChg>
        <pc:spChg chg="add mod">
          <ac:chgData name="dtrott@udel.edu" userId="S::urn:spo:guest#dtrott@udel.edu::" providerId="AD" clId="Web-{A1FF86A1-A2CE-3776-57D0-A68E475CB9F5}" dt="2026-04-07T18:51:43.363" v="278" actId="1076"/>
          <ac:spMkLst>
            <pc:docMk/>
            <pc:sldMk cId="1975062677" sldId="275"/>
            <ac:spMk id="25" creationId="{F4A0A25D-F327-E421-12BA-9A5B21C8E9FC}"/>
          </ac:spMkLst>
        </pc:spChg>
        <pc:spChg chg="add mod">
          <ac:chgData name="dtrott@udel.edu" userId="S::urn:spo:guest#dtrott@udel.edu::" providerId="AD" clId="Web-{A1FF86A1-A2CE-3776-57D0-A68E475CB9F5}" dt="2026-04-07T18:51:48.675" v="282" actId="1076"/>
          <ac:spMkLst>
            <pc:docMk/>
            <pc:sldMk cId="1975062677" sldId="275"/>
            <ac:spMk id="27" creationId="{8D2B0937-C106-F939-4A91-730CC1D0EFA1}"/>
          </ac:spMkLst>
        </pc:spChg>
        <pc:spChg chg="add mod">
          <ac:chgData name="dtrott@udel.edu" userId="S::urn:spo:guest#dtrott@udel.edu::" providerId="AD" clId="Web-{A1FF86A1-A2CE-3776-57D0-A68E475CB9F5}" dt="2026-04-07T18:51:27.769" v="254" actId="1076"/>
          <ac:spMkLst>
            <pc:docMk/>
            <pc:sldMk cId="1975062677" sldId="275"/>
            <ac:spMk id="29" creationId="{EBDEC7E3-481C-9FBD-C76D-AD2B8BFA471A}"/>
          </ac:spMkLst>
        </pc:spChg>
        <pc:picChg chg="add mod">
          <ac:chgData name="dtrott@udel.edu" userId="S::urn:spo:guest#dtrott@udel.edu::" providerId="AD" clId="Web-{A1FF86A1-A2CE-3776-57D0-A68E475CB9F5}" dt="2026-04-07T18:32:09.658" v="19" actId="1076"/>
          <ac:picMkLst>
            <pc:docMk/>
            <pc:sldMk cId="1975062677" sldId="275"/>
            <ac:picMk id="5" creationId="{3456942B-1DF1-61B2-4331-538CAC758039}"/>
          </ac:picMkLst>
        </pc:picChg>
        <pc:picChg chg="add mod">
          <ac:chgData name="dtrott@udel.edu" userId="S::urn:spo:guest#dtrott@udel.edu::" providerId="AD" clId="Web-{A1FF86A1-A2CE-3776-57D0-A68E475CB9F5}" dt="2026-04-08T15:38:24.642" v="372" actId="1076"/>
          <ac:picMkLst>
            <pc:docMk/>
            <pc:sldMk cId="1975062677" sldId="275"/>
            <ac:picMk id="7" creationId="{CEE9DC2C-F95C-C033-8EA5-EBEBA41A7F7C}"/>
          </ac:picMkLst>
        </pc:picChg>
        <pc:picChg chg="add mod">
          <ac:chgData name="dtrott@udel.edu" userId="S::urn:spo:guest#dtrott@udel.edu::" providerId="AD" clId="Web-{A1FF86A1-A2CE-3776-57D0-A68E475CB9F5}" dt="2026-04-07T18:51:12.832" v="229" actId="1076"/>
          <ac:picMkLst>
            <pc:docMk/>
            <pc:sldMk cId="1975062677" sldId="275"/>
            <ac:picMk id="9" creationId="{004ED7B3-FDB3-0210-F34C-B22063C1D109}"/>
          </ac:picMkLst>
        </pc:picChg>
        <pc:picChg chg="add mod">
          <ac:chgData name="dtrott@udel.edu" userId="S::urn:spo:guest#dtrott@udel.edu::" providerId="AD" clId="Web-{A1FF86A1-A2CE-3776-57D0-A68E475CB9F5}" dt="2026-04-07T18:51:45.988" v="279" actId="1076"/>
          <ac:picMkLst>
            <pc:docMk/>
            <pc:sldMk cId="1975062677" sldId="275"/>
            <ac:picMk id="11" creationId="{919EB7A7-BBAD-55B5-8EB1-B8FDDD3E6EA9}"/>
          </ac:picMkLst>
        </pc:picChg>
        <pc:picChg chg="add mod">
          <ac:chgData name="dtrott@udel.edu" userId="S::urn:spo:guest#dtrott@udel.edu::" providerId="AD" clId="Web-{A1FF86A1-A2CE-3776-57D0-A68E475CB9F5}" dt="2026-04-07T18:51:48.675" v="281" actId="1076"/>
          <ac:picMkLst>
            <pc:docMk/>
            <pc:sldMk cId="1975062677" sldId="275"/>
            <ac:picMk id="13" creationId="{47406F46-B3C1-BF5F-98CF-F7F24D1E864D}"/>
          </ac:picMkLst>
        </pc:picChg>
        <pc:picChg chg="add mod">
          <ac:chgData name="dtrott@udel.edu" userId="S::urn:spo:guest#dtrott@udel.edu::" providerId="AD" clId="Web-{A1FF86A1-A2CE-3776-57D0-A68E475CB9F5}" dt="2026-04-07T18:51:43.300" v="274" actId="1076"/>
          <ac:picMkLst>
            <pc:docMk/>
            <pc:sldMk cId="1975062677" sldId="275"/>
            <ac:picMk id="15" creationId="{AD856DC9-45F9-D573-0460-55304EE7DD3D}"/>
          </ac:picMkLst>
        </pc:picChg>
        <pc:picChg chg="add mod">
          <ac:chgData name="dtrott@udel.edu" userId="S::urn:spo:guest#dtrott@udel.edu::" providerId="AD" clId="Web-{A1FF86A1-A2CE-3776-57D0-A68E475CB9F5}" dt="2026-04-07T18:51:43.316" v="275" actId="1076"/>
          <ac:picMkLst>
            <pc:docMk/>
            <pc:sldMk cId="1975062677" sldId="275"/>
            <ac:picMk id="17" creationId="{E677D644-B5EA-43AF-7984-75BF798CE351}"/>
          </ac:picMkLst>
        </pc:picChg>
        <pc:picChg chg="add mod">
          <ac:chgData name="dtrott@udel.edu" userId="S::urn:spo:guest#dtrott@udel.edu::" providerId="AD" clId="Web-{A1FF86A1-A2CE-3776-57D0-A68E475CB9F5}" dt="2026-04-07T18:51:27.754" v="252" actId="1076"/>
          <ac:picMkLst>
            <pc:docMk/>
            <pc:sldMk cId="1975062677" sldId="275"/>
            <ac:picMk id="19" creationId="{3E7C1542-F4F9-C777-E789-96110985A389}"/>
          </ac:picMkLst>
        </pc:picChg>
      </pc:sldChg>
      <pc:sldChg chg="ord">
        <pc:chgData name="dtrott@udel.edu" userId="S::urn:spo:guest#dtrott@udel.edu::" providerId="AD" clId="Web-{A1FF86A1-A2CE-3776-57D0-A68E475CB9F5}" dt="2026-04-08T15:48:32.977" v="708"/>
        <pc:sldMkLst>
          <pc:docMk/>
          <pc:sldMk cId="3587234819" sldId="278"/>
        </pc:sldMkLst>
      </pc:sldChg>
      <pc:sldChg chg="modSp ord">
        <pc:chgData name="dtrott@udel.edu" userId="S::urn:spo:guest#dtrott@udel.edu::" providerId="AD" clId="Web-{A1FF86A1-A2CE-3776-57D0-A68E475CB9F5}" dt="2026-04-07T18:50:52.456" v="227"/>
        <pc:sldMkLst>
          <pc:docMk/>
          <pc:sldMk cId="399071377" sldId="279"/>
        </pc:sldMkLst>
        <pc:spChg chg="mod">
          <ac:chgData name="dtrott@udel.edu" userId="S::urn:spo:guest#dtrott@udel.edu::" providerId="AD" clId="Web-{A1FF86A1-A2CE-3776-57D0-A68E475CB9F5}" dt="2026-04-07T18:50:49.456" v="226" actId="1076"/>
          <ac:spMkLst>
            <pc:docMk/>
            <pc:sldMk cId="399071377" sldId="279"/>
            <ac:spMk id="2" creationId="{85DC5B42-CC98-16D5-970C-AC28159C4E37}"/>
          </ac:spMkLst>
        </pc:spChg>
        <pc:picChg chg="mod">
          <ac:chgData name="dtrott@udel.edu" userId="S::urn:spo:guest#dtrott@udel.edu::" providerId="AD" clId="Web-{A1FF86A1-A2CE-3776-57D0-A68E475CB9F5}" dt="2026-04-07T18:50:46.316" v="225" actId="1076"/>
          <ac:picMkLst>
            <pc:docMk/>
            <pc:sldMk cId="399071377" sldId="279"/>
            <ac:picMk id="4" creationId="{E2F8380A-A05E-C0FD-326B-74A2B80E338F}"/>
          </ac:picMkLst>
        </pc:picChg>
      </pc:sldChg>
      <pc:sldChg chg="addSp delSp modSp new">
        <pc:chgData name="dtrott@udel.edu" userId="S::urn:spo:guest#dtrott@udel.edu::" providerId="AD" clId="Web-{A1FF86A1-A2CE-3776-57D0-A68E475CB9F5}" dt="2026-04-08T15:48:04.023" v="705"/>
        <pc:sldMkLst>
          <pc:docMk/>
          <pc:sldMk cId="1681159839" sldId="280"/>
        </pc:sldMkLst>
        <pc:spChg chg="mod">
          <ac:chgData name="dtrott@udel.edu" userId="S::urn:spo:guest#dtrott@udel.edu::" providerId="AD" clId="Web-{A1FF86A1-A2CE-3776-57D0-A68E475CB9F5}" dt="2026-04-08T15:43:58.227" v="592" actId="1076"/>
          <ac:spMkLst>
            <pc:docMk/>
            <pc:sldMk cId="1681159839" sldId="280"/>
            <ac:spMk id="2" creationId="{36339B9F-79E7-EA7F-1461-50D336946212}"/>
          </ac:spMkLst>
        </pc:spChg>
        <pc:spChg chg="add mod">
          <ac:chgData name="dtrott@udel.edu" userId="S::urn:spo:guest#dtrott@udel.edu::" providerId="AD" clId="Web-{A1FF86A1-A2CE-3776-57D0-A68E475CB9F5}" dt="2026-04-08T15:43:55.883" v="591" actId="1076"/>
          <ac:spMkLst>
            <pc:docMk/>
            <pc:sldMk cId="1681159839" sldId="280"/>
            <ac:spMk id="15" creationId="{FED81A7A-40E8-A1B8-902F-81EC60D436C4}"/>
          </ac:spMkLst>
        </pc:spChg>
      </pc:sldChg>
    </pc:docChg>
  </pc:docChgLst>
  <pc:docChgLst>
    <pc:chgData name="dtrott@udel.edu" userId="S::urn:spo:guest#dtrott@udel.edu::" providerId="AD" clId="Web-{D403D12C-9A9A-A2D7-BE11-543503C82231}"/>
    <pc:docChg chg="addSld modSld">
      <pc:chgData name="dtrott@udel.edu" userId="S::urn:spo:guest#dtrott@udel.edu::" providerId="AD" clId="Web-{D403D12C-9A9A-A2D7-BE11-543503C82231}" dt="2026-04-10T15:06:01.318" v="173" actId="20577"/>
      <pc:docMkLst>
        <pc:docMk/>
      </pc:docMkLst>
      <pc:sldChg chg="addSp modSp">
        <pc:chgData name="dtrott@udel.edu" userId="S::urn:spo:guest#dtrott@udel.edu::" providerId="AD" clId="Web-{D403D12C-9A9A-A2D7-BE11-543503C82231}" dt="2026-04-10T15:03:37.989" v="99" actId="20577"/>
        <pc:sldMkLst>
          <pc:docMk/>
          <pc:sldMk cId="1424295582" sldId="273"/>
        </pc:sldMkLst>
        <pc:spChg chg="mod">
          <ac:chgData name="dtrott@udel.edu" userId="S::urn:spo:guest#dtrott@udel.edu::" providerId="AD" clId="Web-{D403D12C-9A9A-A2D7-BE11-543503C82231}" dt="2026-04-10T15:03:37.989" v="99" actId="20577"/>
          <ac:spMkLst>
            <pc:docMk/>
            <pc:sldMk cId="1424295582" sldId="273"/>
            <ac:spMk id="3" creationId="{CF02311D-AF4F-990B-B869-94A13EE594D5}"/>
          </ac:spMkLst>
        </pc:spChg>
        <pc:spChg chg="add mod">
          <ac:chgData name="dtrott@udel.edu" userId="S::urn:spo:guest#dtrott@udel.edu::" providerId="AD" clId="Web-{D403D12C-9A9A-A2D7-BE11-543503C82231}" dt="2026-04-10T15:03:26.894" v="92" actId="1076"/>
          <ac:spMkLst>
            <pc:docMk/>
            <pc:sldMk cId="1424295582" sldId="273"/>
            <ac:spMk id="6" creationId="{045AA6CE-C3B1-C24D-E723-01B93EF58655}"/>
          </ac:spMkLst>
        </pc:spChg>
      </pc:sldChg>
      <pc:sldChg chg="addSp delSp modSp">
        <pc:chgData name="dtrott@udel.edu" userId="S::urn:spo:guest#dtrott@udel.edu::" providerId="AD" clId="Web-{D403D12C-9A9A-A2D7-BE11-543503C82231}" dt="2026-04-10T14:47:57.767" v="2" actId="1076"/>
        <pc:sldMkLst>
          <pc:docMk/>
          <pc:sldMk cId="1975062677" sldId="275"/>
        </pc:sldMkLst>
        <pc:spChg chg="add mod">
          <ac:chgData name="dtrott@udel.edu" userId="S::urn:spo:guest#dtrott@udel.edu::" providerId="AD" clId="Web-{D403D12C-9A9A-A2D7-BE11-543503C82231}" dt="2026-04-10T14:47:57.767" v="2" actId="1076"/>
          <ac:spMkLst>
            <pc:docMk/>
            <pc:sldMk cId="1975062677" sldId="275"/>
            <ac:spMk id="10" creationId="{8BC50133-415A-8A9B-BEA1-8120E1C3A43C}"/>
          </ac:spMkLst>
        </pc:spChg>
        <pc:picChg chg="topLvl">
          <ac:chgData name="dtrott@udel.edu" userId="S::urn:spo:guest#dtrott@udel.edu::" providerId="AD" clId="Web-{D403D12C-9A9A-A2D7-BE11-543503C82231}" dt="2026-04-10T14:47:51.548" v="0"/>
          <ac:picMkLst>
            <pc:docMk/>
            <pc:sldMk cId="1975062677" sldId="275"/>
            <ac:picMk id="5" creationId="{3456942B-1DF1-61B2-4331-538CAC758039}"/>
          </ac:picMkLst>
        </pc:picChg>
      </pc:sldChg>
      <pc:sldChg chg="modSp new">
        <pc:chgData name="dtrott@udel.edu" userId="S::urn:spo:guest#dtrott@udel.edu::" providerId="AD" clId="Web-{D403D12C-9A9A-A2D7-BE11-543503C82231}" dt="2026-04-10T15:06:01.318" v="173" actId="20577"/>
        <pc:sldMkLst>
          <pc:docMk/>
          <pc:sldMk cId="710740252" sldId="294"/>
        </pc:sldMkLst>
        <pc:spChg chg="mod">
          <ac:chgData name="dtrott@udel.edu" userId="S::urn:spo:guest#dtrott@udel.edu::" providerId="AD" clId="Web-{D403D12C-9A9A-A2D7-BE11-543503C82231}" dt="2026-04-10T15:04:15.229" v="127" actId="20577"/>
          <ac:spMkLst>
            <pc:docMk/>
            <pc:sldMk cId="710740252" sldId="294"/>
            <ac:spMk id="2" creationId="{96ED34FE-FE25-BB18-C681-5F6EE913FA6F}"/>
          </ac:spMkLst>
        </pc:spChg>
        <pc:spChg chg="mod">
          <ac:chgData name="dtrott@udel.edu" userId="S::urn:spo:guest#dtrott@udel.edu::" providerId="AD" clId="Web-{D403D12C-9A9A-A2D7-BE11-543503C82231}" dt="2026-04-10T15:06:01.318" v="173" actId="20577"/>
          <ac:spMkLst>
            <pc:docMk/>
            <pc:sldMk cId="710740252" sldId="294"/>
            <ac:spMk id="3" creationId="{EB51DEC7-0ADC-1D6F-4C65-98AD659188FC}"/>
          </ac:spMkLst>
        </pc:spChg>
      </pc:sldChg>
    </pc:docChg>
  </pc:docChgLst>
  <pc:docChgLst>
    <pc:chgData name="dtrott@udel.edu" userId="S::urn:spo:guest#dtrott@udel.edu::" providerId="AD" clId="Web-{CC4D53D7-2598-E71B-E2A8-26E063DE27D0}"/>
    <pc:docChg chg="addSld modSld">
      <pc:chgData name="dtrott@udel.edu" userId="S::urn:spo:guest#dtrott@udel.edu::" providerId="AD" clId="Web-{CC4D53D7-2598-E71B-E2A8-26E063DE27D0}" dt="2026-04-07T18:29:48.071" v="8" actId="1076"/>
      <pc:docMkLst>
        <pc:docMk/>
      </pc:docMkLst>
      <pc:sldChg chg="addSp modSp new">
        <pc:chgData name="dtrott@udel.edu" userId="S::urn:spo:guest#dtrott@udel.edu::" providerId="AD" clId="Web-{CC4D53D7-2598-E71B-E2A8-26E063DE27D0}" dt="2026-04-07T18:29:48.071" v="8" actId="1076"/>
        <pc:sldMkLst>
          <pc:docMk/>
          <pc:sldMk cId="399071377" sldId="279"/>
        </pc:sldMkLst>
        <pc:picChg chg="add mod">
          <ac:chgData name="dtrott@udel.edu" userId="S::urn:spo:guest#dtrott@udel.edu::" providerId="AD" clId="Web-{CC4D53D7-2598-E71B-E2A8-26E063DE27D0}" dt="2026-04-07T18:29:48.071" v="8" actId="1076"/>
          <ac:picMkLst>
            <pc:docMk/>
            <pc:sldMk cId="399071377" sldId="279"/>
            <ac:picMk id="4" creationId="{E2F8380A-A05E-C0FD-326B-74A2B80E338F}"/>
          </ac:picMkLst>
        </pc:picChg>
      </pc:sldChg>
    </pc:docChg>
  </pc:docChgLst>
  <pc:docChgLst>
    <pc:chgData clId="Web-{C83B8261-AD8F-3339-EC15-0DFB9EC4A1E4}"/>
    <pc:docChg chg="modSld">
      <pc:chgData name="" userId="" providerId="" clId="Web-{C83B8261-AD8F-3339-EC15-0DFB9EC4A1E4}" dt="2026-04-09T18:58:20.751" v="0" actId="14100"/>
      <pc:docMkLst>
        <pc:docMk/>
      </pc:docMkLst>
    </pc:docChg>
  </pc:docChgLst>
  <pc:docChgLst>
    <pc:chgData name="dtrott@udel.edu" userId="S::urn:spo:guest#dtrott@udel.edu::" providerId="AD" clId="Web-{1290BAD0-63BD-83F5-5318-A8A7B9073373}"/>
    <pc:docChg chg="modSld">
      <pc:chgData name="dtrott@udel.edu" userId="S::urn:spo:guest#dtrott@udel.edu::" providerId="AD" clId="Web-{1290BAD0-63BD-83F5-5318-A8A7B9073373}" dt="2026-04-09T13:19:09.175" v="121" actId="20577"/>
      <pc:docMkLst>
        <pc:docMk/>
      </pc:docMkLst>
      <pc:sldChg chg="addSp modSp">
        <pc:chgData name="dtrott@udel.edu" userId="S::urn:spo:guest#dtrott@udel.edu::" providerId="AD" clId="Web-{1290BAD0-63BD-83F5-5318-A8A7B9073373}" dt="2026-04-09T13:19:09.175" v="121" actId="20577"/>
        <pc:sldMkLst>
          <pc:docMk/>
          <pc:sldMk cId="1424295582" sldId="273"/>
        </pc:sldMkLst>
        <pc:spChg chg="mod">
          <ac:chgData name="dtrott@udel.edu" userId="S::urn:spo:guest#dtrott@udel.edu::" providerId="AD" clId="Web-{1290BAD0-63BD-83F5-5318-A8A7B9073373}" dt="2026-04-09T13:19:09.175" v="121" actId="20577"/>
          <ac:spMkLst>
            <pc:docMk/>
            <pc:sldMk cId="1424295582" sldId="273"/>
            <ac:spMk id="3" creationId="{CF02311D-AF4F-990B-B869-94A13EE594D5}"/>
          </ac:spMkLst>
        </pc:spChg>
        <pc:spChg chg="add mod">
          <ac:chgData name="dtrott@udel.edu" userId="S::urn:spo:guest#dtrott@udel.edu::" providerId="AD" clId="Web-{1290BAD0-63BD-83F5-5318-A8A7B9073373}" dt="2026-04-09T13:18:26.389" v="54" actId="1076"/>
          <ac:spMkLst>
            <pc:docMk/>
            <pc:sldMk cId="1424295582" sldId="273"/>
            <ac:spMk id="4" creationId="{9139628F-AFA8-4405-3A75-5021DF7DD035}"/>
          </ac:spMkLst>
        </pc:spChg>
        <pc:spChg chg="mod">
          <ac:chgData name="dtrott@udel.edu" userId="S::urn:spo:guest#dtrott@udel.edu::" providerId="AD" clId="Web-{1290BAD0-63BD-83F5-5318-A8A7B9073373}" dt="2026-04-09T13:16:29.746" v="41" actId="20577"/>
          <ac:spMkLst>
            <pc:docMk/>
            <pc:sldMk cId="1424295582" sldId="273"/>
            <ac:spMk id="5" creationId="{5E7DF23F-0F63-A360-241E-D669081D2260}"/>
          </ac:spMkLst>
        </pc:spChg>
      </pc:sldChg>
      <pc:sldChg chg="modSp">
        <pc:chgData name="dtrott@udel.edu" userId="S::urn:spo:guest#dtrott@udel.edu::" providerId="AD" clId="Web-{1290BAD0-63BD-83F5-5318-A8A7B9073373}" dt="2026-04-09T13:16:54.778" v="50" actId="20577"/>
        <pc:sldMkLst>
          <pc:docMk/>
          <pc:sldMk cId="399071377" sldId="279"/>
        </pc:sldMkLst>
      </pc:sldChg>
    </pc:docChg>
  </pc:docChgLst>
  <pc:docChgLst>
    <pc:chgData name="dtrott@udel.edu" userId="S::urn:spo:guest#dtrott@udel.edu::" providerId="AD" clId="Web-{EA533BB7-BDD7-06F7-533A-D7C086DE762C}"/>
    <pc:docChg chg="addSld delSld modSld sldOrd">
      <pc:chgData name="dtrott@udel.edu" userId="S::urn:spo:guest#dtrott@udel.edu::" providerId="AD" clId="Web-{EA533BB7-BDD7-06F7-533A-D7C086DE762C}" dt="2026-04-06T20:07:38.813" v="286" actId="14100"/>
      <pc:docMkLst>
        <pc:docMk/>
      </pc:docMkLst>
      <pc:sldChg chg="addSp delSp modSp new">
        <pc:chgData name="dtrott@udel.edu" userId="S::urn:spo:guest#dtrott@udel.edu::" providerId="AD" clId="Web-{EA533BB7-BDD7-06F7-533A-D7C086DE762C}" dt="2026-04-06T18:44:16.368" v="59" actId="1076"/>
        <pc:sldMkLst>
          <pc:docMk/>
          <pc:sldMk cId="247730646" sldId="274"/>
        </pc:sldMkLst>
        <pc:spChg chg="mod">
          <ac:chgData name="dtrott@udel.edu" userId="S::urn:spo:guest#dtrott@udel.edu::" providerId="AD" clId="Web-{EA533BB7-BDD7-06F7-533A-D7C086DE762C}" dt="2026-04-06T18:24:00.068" v="34" actId="20577"/>
          <ac:spMkLst>
            <pc:docMk/>
            <pc:sldMk cId="247730646" sldId="274"/>
            <ac:spMk id="2" creationId="{E84456C0-DB49-91CE-B81F-0DBE8D7280F6}"/>
          </ac:spMkLst>
        </pc:spChg>
        <pc:picChg chg="add mod">
          <ac:chgData name="dtrott@udel.edu" userId="S::urn:spo:guest#dtrott@udel.edu::" providerId="AD" clId="Web-{EA533BB7-BDD7-06F7-533A-D7C086DE762C}" dt="2026-04-06T18:31:19.302" v="50" actId="1076"/>
          <ac:picMkLst>
            <pc:docMk/>
            <pc:sldMk cId="247730646" sldId="274"/>
            <ac:picMk id="11" creationId="{9B18A7CC-2DBD-821F-8CEA-05D7282A402B}"/>
          </ac:picMkLst>
        </pc:picChg>
        <pc:picChg chg="add mod">
          <ac:chgData name="dtrott@udel.edu" userId="S::urn:spo:guest#dtrott@udel.edu::" providerId="AD" clId="Web-{EA533BB7-BDD7-06F7-533A-D7C086DE762C}" dt="2026-04-06T18:44:16.368" v="59" actId="1076"/>
          <ac:picMkLst>
            <pc:docMk/>
            <pc:sldMk cId="247730646" sldId="274"/>
            <ac:picMk id="12" creationId="{BA0B64B9-25FD-8BED-56F7-96218C024A94}"/>
          </ac:picMkLst>
        </pc:picChg>
      </pc:sldChg>
      <pc:sldChg chg="addSp modSp new">
        <pc:chgData name="dtrott@udel.edu" userId="S::urn:spo:guest#dtrott@udel.edu::" providerId="AD" clId="Web-{EA533BB7-BDD7-06F7-533A-D7C086DE762C}" dt="2026-04-06T18:41:58.491" v="53" actId="14100"/>
        <pc:sldMkLst>
          <pc:docMk/>
          <pc:sldMk cId="1975062677" sldId="275"/>
        </pc:sldMkLst>
      </pc:sldChg>
      <pc:sldChg chg="modSp new">
        <pc:chgData name="dtrott@udel.edu" userId="S::urn:spo:guest#dtrott@udel.edu::" providerId="AD" clId="Web-{EA533BB7-BDD7-06F7-533A-D7C086DE762C}" dt="2026-04-06T20:03:29.966" v="278" actId="20577"/>
        <pc:sldMkLst>
          <pc:docMk/>
          <pc:sldMk cId="3587234819" sldId="278"/>
        </pc:sldMkLst>
        <pc:spChg chg="mod">
          <ac:chgData name="dtrott@udel.edu" userId="S::urn:spo:guest#dtrott@udel.edu::" providerId="AD" clId="Web-{EA533BB7-BDD7-06F7-533A-D7C086DE762C}" dt="2026-04-06T20:03:29.966" v="278" actId="20577"/>
          <ac:spMkLst>
            <pc:docMk/>
            <pc:sldMk cId="3587234819" sldId="278"/>
            <ac:spMk id="2" creationId="{6BEE859F-D8BD-303B-279E-791ECC41692C}"/>
          </ac:spMkLst>
        </pc:spChg>
      </pc:sldChg>
    </pc:docChg>
  </pc:docChgLst>
  <pc:docChgLst>
    <pc:chgData name="dtrott@udel.edu" userId="S::urn:spo:guest#dtrott@udel.edu::" providerId="AD" clId="Web-{8D76BD91-1158-896E-FA46-5999ECE08211}"/>
    <pc:docChg chg="addSld delSld modSld sldOrd">
      <pc:chgData name="dtrott@udel.edu" userId="S::urn:spo:guest#dtrott@udel.edu::" providerId="AD" clId="Web-{8D76BD91-1158-896E-FA46-5999ECE08211}" dt="2026-04-08T20:05:50.419" v="1156" actId="1076"/>
      <pc:docMkLst>
        <pc:docMk/>
      </pc:docMkLst>
      <pc:sldChg chg="addSp modSp">
        <pc:chgData name="dtrott@udel.edu" userId="S::urn:spo:guest#dtrott@udel.edu::" providerId="AD" clId="Web-{8D76BD91-1158-896E-FA46-5999ECE08211}" dt="2026-04-08T20:05:50.419" v="1156" actId="1076"/>
        <pc:sldMkLst>
          <pc:docMk/>
          <pc:sldMk cId="0" sldId="257"/>
        </pc:sldMkLst>
        <pc:spChg chg="mod">
          <ac:chgData name="dtrott@udel.edu" userId="S::urn:spo:guest#dtrott@udel.edu::" providerId="AD" clId="Web-{8D76BD91-1158-896E-FA46-5999ECE08211}" dt="2026-04-08T20:05:50.419" v="1156" actId="1076"/>
          <ac:spMkLst>
            <pc:docMk/>
            <pc:sldMk cId="0" sldId="257"/>
            <ac:spMk id="64" creationId="{00000000-0000-0000-0000-000000000000}"/>
          </ac:spMkLst>
        </pc:spChg>
        <pc:picChg chg="mod">
          <ac:chgData name="dtrott@udel.edu" userId="S::urn:spo:guest#dtrott@udel.edu::" providerId="AD" clId="Web-{8D76BD91-1158-896E-FA46-5999ECE08211}" dt="2026-04-08T20:05:39.919" v="1153" actId="1076"/>
          <ac:picMkLst>
            <pc:docMk/>
            <pc:sldMk cId="0" sldId="257"/>
            <ac:picMk id="3" creationId="{E4F7A18D-A4AB-A130-BE16-A7AAAEE65741}"/>
          </ac:picMkLst>
        </pc:picChg>
        <pc:picChg chg="mod">
          <ac:chgData name="dtrott@udel.edu" userId="S::urn:spo:guest#dtrott@udel.edu::" providerId="AD" clId="Web-{8D76BD91-1158-896E-FA46-5999ECE08211}" dt="2026-04-08T20:05:31.059" v="1148" actId="14100"/>
          <ac:picMkLst>
            <pc:docMk/>
            <pc:sldMk cId="0" sldId="257"/>
            <ac:picMk id="4" creationId="{2D852684-4B75-7121-B0CD-3D2FFB9207E1}"/>
          </ac:picMkLst>
        </pc:picChg>
        <pc:picChg chg="mod">
          <ac:chgData name="dtrott@udel.edu" userId="S::urn:spo:guest#dtrott@udel.edu::" providerId="AD" clId="Web-{8D76BD91-1158-896E-FA46-5999ECE08211}" dt="2026-04-08T20:05:35.419" v="1151" actId="1076"/>
          <ac:picMkLst>
            <pc:docMk/>
            <pc:sldMk cId="0" sldId="257"/>
            <ac:picMk id="5" creationId="{FBF0A093-1DAF-17A8-E43C-B8709374AF38}"/>
          </ac:picMkLst>
        </pc:picChg>
      </pc:sldChg>
      <pc:sldChg chg="addSp modSp">
        <pc:chgData name="dtrott@udel.edu" userId="S::urn:spo:guest#dtrott@udel.edu::" providerId="AD" clId="Web-{8D76BD91-1158-896E-FA46-5999ECE08211}" dt="2026-04-08T19:47:01.470" v="430" actId="1076"/>
        <pc:sldMkLst>
          <pc:docMk/>
          <pc:sldMk cId="4083245122" sldId="270"/>
        </pc:sldMkLst>
        <pc:spChg chg="mod">
          <ac:chgData name="dtrott@udel.edu" userId="S::urn:spo:guest#dtrott@udel.edu::" providerId="AD" clId="Web-{8D76BD91-1158-896E-FA46-5999ECE08211}" dt="2026-04-08T19:47:01.454" v="427" actId="1076"/>
          <ac:spMkLst>
            <pc:docMk/>
            <pc:sldMk cId="4083245122" sldId="270"/>
            <ac:spMk id="4" creationId="{0637378E-21B3-17E0-14CA-C81B0D5372AC}"/>
          </ac:spMkLst>
        </pc:spChg>
        <pc:spChg chg="add mod">
          <ac:chgData name="dtrott@udel.edu" userId="S::urn:spo:guest#dtrott@udel.edu::" providerId="AD" clId="Web-{8D76BD91-1158-896E-FA46-5999ECE08211}" dt="2026-04-08T19:47:01.470" v="430" actId="1076"/>
          <ac:spMkLst>
            <pc:docMk/>
            <pc:sldMk cId="4083245122" sldId="270"/>
            <ac:spMk id="7" creationId="{C14964B3-2D03-8065-6FC6-A695302F7D4B}"/>
          </ac:spMkLst>
        </pc:spChg>
        <pc:spChg chg="mod">
          <ac:chgData name="dtrott@udel.edu" userId="S::urn:spo:guest#dtrott@udel.edu::" providerId="AD" clId="Web-{8D76BD91-1158-896E-FA46-5999ECE08211}" dt="2026-04-08T19:47:01.454" v="428" actId="1076"/>
          <ac:spMkLst>
            <pc:docMk/>
            <pc:sldMk cId="4083245122" sldId="270"/>
            <ac:spMk id="13" creationId="{81C2305A-1F4D-B0A1-A3FB-9FD906EEE9E1}"/>
          </ac:spMkLst>
        </pc:spChg>
        <pc:picChg chg="add mod">
          <ac:chgData name="dtrott@udel.edu" userId="S::urn:spo:guest#dtrott@udel.edu::" providerId="AD" clId="Web-{8D76BD91-1158-896E-FA46-5999ECE08211}" dt="2026-04-08T19:47:01.454" v="429" actId="1076"/>
          <ac:picMkLst>
            <pc:docMk/>
            <pc:sldMk cId="4083245122" sldId="270"/>
            <ac:picMk id="3" creationId="{90C49A62-5A55-15E4-6E4C-80EFBEBD982A}"/>
          </ac:picMkLst>
        </pc:picChg>
      </pc:sldChg>
      <pc:sldChg chg="modSp">
        <pc:chgData name="dtrott@udel.edu" userId="S::urn:spo:guest#dtrott@udel.edu::" providerId="AD" clId="Web-{8D76BD91-1158-896E-FA46-5999ECE08211}" dt="2026-04-08T20:02:22.100" v="992" actId="20577"/>
        <pc:sldMkLst>
          <pc:docMk/>
          <pc:sldMk cId="3501973825" sldId="272"/>
        </pc:sldMkLst>
        <pc:spChg chg="mod">
          <ac:chgData name="dtrott@udel.edu" userId="S::urn:spo:guest#dtrott@udel.edu::" providerId="AD" clId="Web-{8D76BD91-1158-896E-FA46-5999ECE08211}" dt="2026-04-08T20:02:22.100" v="992" actId="20577"/>
          <ac:spMkLst>
            <pc:docMk/>
            <pc:sldMk cId="3501973825" sldId="272"/>
            <ac:spMk id="3" creationId="{645C05E6-58FA-05CD-1CB7-B9C624F41ED5}"/>
          </ac:spMkLst>
        </pc:spChg>
      </pc:sldChg>
      <pc:sldChg chg="addSp modSp">
        <pc:chgData name="dtrott@udel.edu" userId="S::urn:spo:guest#dtrott@udel.edu::" providerId="AD" clId="Web-{8D76BD91-1158-896E-FA46-5999ECE08211}" dt="2026-04-08T19:57:05.613" v="800" actId="20577"/>
        <pc:sldMkLst>
          <pc:docMk/>
          <pc:sldMk cId="1424295582" sldId="273"/>
        </pc:sldMkLst>
        <pc:spChg chg="mod">
          <ac:chgData name="dtrott@udel.edu" userId="S::urn:spo:guest#dtrott@udel.edu::" providerId="AD" clId="Web-{8D76BD91-1158-896E-FA46-5999ECE08211}" dt="2026-04-08T19:57:05.613" v="800" actId="20577"/>
          <ac:spMkLst>
            <pc:docMk/>
            <pc:sldMk cId="1424295582" sldId="273"/>
            <ac:spMk id="3" creationId="{CF02311D-AF4F-990B-B869-94A13EE594D5}"/>
          </ac:spMkLst>
        </pc:spChg>
        <pc:spChg chg="add mod">
          <ac:chgData name="dtrott@udel.edu" userId="S::urn:spo:guest#dtrott@udel.edu::" providerId="AD" clId="Web-{8D76BD91-1158-896E-FA46-5999ECE08211}" dt="2026-04-08T19:54:52.026" v="685" actId="20577"/>
          <ac:spMkLst>
            <pc:docMk/>
            <pc:sldMk cId="1424295582" sldId="273"/>
            <ac:spMk id="5" creationId="{5E7DF23F-0F63-A360-241E-D669081D2260}"/>
          </ac:spMkLst>
        </pc:spChg>
      </pc:sldChg>
      <pc:sldChg chg="modSp">
        <pc:chgData name="dtrott@udel.edu" userId="S::urn:spo:guest#dtrott@udel.edu::" providerId="AD" clId="Web-{8D76BD91-1158-896E-FA46-5999ECE08211}" dt="2026-04-08T19:42:27.161" v="367" actId="1076"/>
        <pc:sldMkLst>
          <pc:docMk/>
          <pc:sldMk cId="247730646" sldId="274"/>
        </pc:sldMkLst>
        <pc:spChg chg="mod">
          <ac:chgData name="dtrott@udel.edu" userId="S::urn:spo:guest#dtrott@udel.edu::" providerId="AD" clId="Web-{8D76BD91-1158-896E-FA46-5999ECE08211}" dt="2026-04-08T19:42:21.770" v="354" actId="1076"/>
          <ac:spMkLst>
            <pc:docMk/>
            <pc:sldMk cId="247730646" sldId="274"/>
            <ac:spMk id="2" creationId="{E84456C0-DB49-91CE-B81F-0DBE8D7280F6}"/>
          </ac:spMkLst>
        </pc:spChg>
        <pc:spChg chg="mod">
          <ac:chgData name="dtrott@udel.edu" userId="S::urn:spo:guest#dtrott@udel.edu::" providerId="AD" clId="Web-{8D76BD91-1158-896E-FA46-5999ECE08211}" dt="2026-04-08T19:42:27.130" v="363" actId="1076"/>
          <ac:spMkLst>
            <pc:docMk/>
            <pc:sldMk cId="247730646" sldId="274"/>
            <ac:spMk id="28" creationId="{001C5772-1D85-E077-5FAD-226310A24617}"/>
          </ac:spMkLst>
        </pc:spChg>
        <pc:spChg chg="mod">
          <ac:chgData name="dtrott@udel.edu" userId="S::urn:spo:guest#dtrott@udel.edu::" providerId="AD" clId="Web-{8D76BD91-1158-896E-FA46-5999ECE08211}" dt="2026-04-08T19:42:27.146" v="364" actId="1076"/>
          <ac:spMkLst>
            <pc:docMk/>
            <pc:sldMk cId="247730646" sldId="274"/>
            <ac:spMk id="29" creationId="{9F680A29-3C44-9EE5-3FCE-E78A59BE775B}"/>
          </ac:spMkLst>
        </pc:spChg>
        <pc:spChg chg="mod">
          <ac:chgData name="dtrott@udel.edu" userId="S::urn:spo:guest#dtrott@udel.edu::" providerId="AD" clId="Web-{8D76BD91-1158-896E-FA46-5999ECE08211}" dt="2026-04-08T19:42:27.146" v="365" actId="1076"/>
          <ac:spMkLst>
            <pc:docMk/>
            <pc:sldMk cId="247730646" sldId="274"/>
            <ac:spMk id="30" creationId="{64E15501-235B-0020-4076-C79DEE586E75}"/>
          </ac:spMkLst>
        </pc:spChg>
        <pc:spChg chg="mod">
          <ac:chgData name="dtrott@udel.edu" userId="S::urn:spo:guest#dtrott@udel.edu::" providerId="AD" clId="Web-{8D76BD91-1158-896E-FA46-5999ECE08211}" dt="2026-04-08T19:42:27.161" v="366" actId="1076"/>
          <ac:spMkLst>
            <pc:docMk/>
            <pc:sldMk cId="247730646" sldId="274"/>
            <ac:spMk id="31" creationId="{E72AA396-7CCB-6A30-9953-0D15E35BDE6F}"/>
          </ac:spMkLst>
        </pc:spChg>
        <pc:spChg chg="mod">
          <ac:chgData name="dtrott@udel.edu" userId="S::urn:spo:guest#dtrott@udel.edu::" providerId="AD" clId="Web-{8D76BD91-1158-896E-FA46-5999ECE08211}" dt="2026-04-08T19:42:27.161" v="367" actId="1076"/>
          <ac:spMkLst>
            <pc:docMk/>
            <pc:sldMk cId="247730646" sldId="274"/>
            <ac:spMk id="32" creationId="{771EE83B-6968-D024-9FFA-0F86E90C3432}"/>
          </ac:spMkLst>
        </pc:spChg>
        <pc:picChg chg="mod">
          <ac:chgData name="dtrott@udel.edu" userId="S::urn:spo:guest#dtrott@udel.edu::" providerId="AD" clId="Web-{8D76BD91-1158-896E-FA46-5999ECE08211}" dt="2026-04-08T19:42:27.083" v="355" actId="1076"/>
          <ac:picMkLst>
            <pc:docMk/>
            <pc:sldMk cId="247730646" sldId="274"/>
            <ac:picMk id="12" creationId="{BA0B64B9-25FD-8BED-56F7-96218C024A94}"/>
          </ac:picMkLst>
        </pc:picChg>
        <pc:picChg chg="mod">
          <ac:chgData name="dtrott@udel.edu" userId="S::urn:spo:guest#dtrott@udel.edu::" providerId="AD" clId="Web-{8D76BD91-1158-896E-FA46-5999ECE08211}" dt="2026-04-08T19:42:27.099" v="356" actId="1076"/>
          <ac:picMkLst>
            <pc:docMk/>
            <pc:sldMk cId="247730646" sldId="274"/>
            <ac:picMk id="16" creationId="{BAACE379-205B-45B6-7FE4-08D8B350226B}"/>
          </ac:picMkLst>
        </pc:picChg>
        <pc:picChg chg="mod">
          <ac:chgData name="dtrott@udel.edu" userId="S::urn:spo:guest#dtrott@udel.edu::" providerId="AD" clId="Web-{8D76BD91-1158-896E-FA46-5999ECE08211}" dt="2026-04-08T19:42:27.099" v="357" actId="1076"/>
          <ac:picMkLst>
            <pc:docMk/>
            <pc:sldMk cId="247730646" sldId="274"/>
            <ac:picMk id="17" creationId="{1FB8866D-BEA4-ABAD-457F-F1CE1158428F}"/>
          </ac:picMkLst>
        </pc:picChg>
        <pc:picChg chg="mod">
          <ac:chgData name="dtrott@udel.edu" userId="S::urn:spo:guest#dtrott@udel.edu::" providerId="AD" clId="Web-{8D76BD91-1158-896E-FA46-5999ECE08211}" dt="2026-04-08T19:42:27.099" v="358" actId="1076"/>
          <ac:picMkLst>
            <pc:docMk/>
            <pc:sldMk cId="247730646" sldId="274"/>
            <ac:picMk id="22" creationId="{D16E9CA9-EB37-643E-96EC-185F52DDEDA6}"/>
          </ac:picMkLst>
        </pc:picChg>
        <pc:picChg chg="mod">
          <ac:chgData name="dtrott@udel.edu" userId="S::urn:spo:guest#dtrott@udel.edu::" providerId="AD" clId="Web-{8D76BD91-1158-896E-FA46-5999ECE08211}" dt="2026-04-08T19:42:27.115" v="359" actId="1076"/>
          <ac:picMkLst>
            <pc:docMk/>
            <pc:sldMk cId="247730646" sldId="274"/>
            <ac:picMk id="23" creationId="{64259F85-46D0-35FA-7A0C-2A8E20C17D68}"/>
          </ac:picMkLst>
        </pc:picChg>
        <pc:picChg chg="mod">
          <ac:chgData name="dtrott@udel.edu" userId="S::urn:spo:guest#dtrott@udel.edu::" providerId="AD" clId="Web-{8D76BD91-1158-896E-FA46-5999ECE08211}" dt="2026-04-08T19:42:27.115" v="360" actId="1076"/>
          <ac:picMkLst>
            <pc:docMk/>
            <pc:sldMk cId="247730646" sldId="274"/>
            <ac:picMk id="24" creationId="{BE1CC7DF-48B9-3A1C-16A4-46F4AE4AAADB}"/>
          </ac:picMkLst>
        </pc:picChg>
        <pc:picChg chg="mod">
          <ac:chgData name="dtrott@udel.edu" userId="S::urn:spo:guest#dtrott@udel.edu::" providerId="AD" clId="Web-{8D76BD91-1158-896E-FA46-5999ECE08211}" dt="2026-04-08T19:42:27.130" v="361" actId="1076"/>
          <ac:picMkLst>
            <pc:docMk/>
            <pc:sldMk cId="247730646" sldId="274"/>
            <ac:picMk id="25" creationId="{3B9A3D41-5AC2-7B51-4C17-A020B6358913}"/>
          </ac:picMkLst>
        </pc:picChg>
        <pc:picChg chg="mod">
          <ac:chgData name="dtrott@udel.edu" userId="S::urn:spo:guest#dtrott@udel.edu::" providerId="AD" clId="Web-{8D76BD91-1158-896E-FA46-5999ECE08211}" dt="2026-04-08T19:42:27.130" v="362" actId="1076"/>
          <ac:picMkLst>
            <pc:docMk/>
            <pc:sldMk cId="247730646" sldId="274"/>
            <ac:picMk id="26" creationId="{380DA59F-6763-D3D1-DE54-2EA290B29FD3}"/>
          </ac:picMkLst>
        </pc:picChg>
      </pc:sldChg>
      <pc:sldChg chg="addSp modSp">
        <pc:chgData name="dtrott@udel.edu" userId="S::urn:spo:guest#dtrott@udel.edu::" providerId="AD" clId="Web-{8D76BD91-1158-896E-FA46-5999ECE08211}" dt="2026-04-08T19:36:02.578" v="255" actId="20577"/>
        <pc:sldMkLst>
          <pc:docMk/>
          <pc:sldMk cId="1975062677" sldId="275"/>
        </pc:sldMkLst>
      </pc:sldChg>
      <pc:sldChg chg="modSp">
        <pc:chgData name="dtrott@udel.edu" userId="S::urn:spo:guest#dtrott@udel.edu::" providerId="AD" clId="Web-{8D76BD91-1158-896E-FA46-5999ECE08211}" dt="2026-04-08T20:03:17.102" v="1081" actId="20577"/>
        <pc:sldMkLst>
          <pc:docMk/>
          <pc:sldMk cId="399071377" sldId="279"/>
        </pc:sldMkLst>
        <pc:spChg chg="mod">
          <ac:chgData name="dtrott@udel.edu" userId="S::urn:spo:guest#dtrott@udel.edu::" providerId="AD" clId="Web-{8D76BD91-1158-896E-FA46-5999ECE08211}" dt="2026-04-08T19:42:50.835" v="386" actId="20577"/>
          <ac:spMkLst>
            <pc:docMk/>
            <pc:sldMk cId="399071377" sldId="279"/>
            <ac:spMk id="2" creationId="{85DC5B42-CC98-16D5-970C-AC28159C4E37}"/>
          </ac:spMkLst>
        </pc:spChg>
        <pc:picChg chg="mod">
          <ac:chgData name="dtrott@udel.edu" userId="S::urn:spo:guest#dtrott@udel.edu::" providerId="AD" clId="Web-{8D76BD91-1158-896E-FA46-5999ECE08211}" dt="2026-04-08T20:02:32.538" v="994" actId="1076"/>
          <ac:picMkLst>
            <pc:docMk/>
            <pc:sldMk cId="399071377" sldId="279"/>
            <ac:picMk id="4" creationId="{E2F8380A-A05E-C0FD-326B-74A2B80E338F}"/>
          </ac:picMkLst>
        </pc:picChg>
      </pc:sldChg>
      <pc:sldChg chg="addSp delSp modSp ord">
        <pc:chgData name="dtrott@udel.edu" userId="S::urn:spo:guest#dtrott@udel.edu::" providerId="AD" clId="Web-{8D76BD91-1158-896E-FA46-5999ECE08211}" dt="2026-04-08T20:03:44.869" v="1089" actId="1076"/>
        <pc:sldMkLst>
          <pc:docMk/>
          <pc:sldMk cId="1681159839" sldId="280"/>
        </pc:sldMkLst>
        <pc:spChg chg="mod">
          <ac:chgData name="dtrott@udel.edu" userId="S::urn:spo:guest#dtrott@udel.edu::" providerId="AD" clId="Web-{8D76BD91-1158-896E-FA46-5999ECE08211}" dt="2026-04-08T19:49:23.989" v="502" actId="1076"/>
          <ac:spMkLst>
            <pc:docMk/>
            <pc:sldMk cId="1681159839" sldId="280"/>
            <ac:spMk id="2" creationId="{36339B9F-79E7-EA7F-1461-50D336946212}"/>
          </ac:spMkLst>
        </pc:spChg>
        <pc:spChg chg="add mod">
          <ac:chgData name="dtrott@udel.edu" userId="S::urn:spo:guest#dtrott@udel.edu::" providerId="AD" clId="Web-{8D76BD91-1158-896E-FA46-5999ECE08211}" dt="2026-04-08T20:03:41.462" v="1088" actId="20577"/>
          <ac:spMkLst>
            <pc:docMk/>
            <pc:sldMk cId="1681159839" sldId="280"/>
            <ac:spMk id="3" creationId="{0C8E3896-C7CF-0525-2DA1-1C6F2ABDE63E}"/>
          </ac:spMkLst>
        </pc:spChg>
        <pc:spChg chg="mod">
          <ac:chgData name="dtrott@udel.edu" userId="S::urn:spo:guest#dtrott@udel.edu::" providerId="AD" clId="Web-{8D76BD91-1158-896E-FA46-5999ECE08211}" dt="2026-04-08T20:03:44.869" v="1089" actId="1076"/>
          <ac:spMkLst>
            <pc:docMk/>
            <pc:sldMk cId="1681159839" sldId="280"/>
            <ac:spMk id="15" creationId="{FED81A7A-40E8-A1B8-902F-81EC60D436C4}"/>
          </ac:spMkLst>
        </pc:spChg>
      </pc:sldChg>
    </pc:docChg>
  </pc:docChgLst>
  <pc:docChgLst>
    <pc:chgData name="dtrott@udel.edu" userId="S::urn:spo:guest#dtrott@udel.edu::" providerId="AD" clId="Web-{9CDF8E77-27EC-ADD6-E47C-09BA49B8AFE5}"/>
    <pc:docChg chg="addSld delSld modSld">
      <pc:chgData name="dtrott@udel.edu" userId="S::urn:spo:guest#dtrott@udel.edu::" providerId="AD" clId="Web-{9CDF8E77-27EC-ADD6-E47C-09BA49B8AFE5}" dt="2026-04-09T21:53:55.165" v="448" actId="14100"/>
      <pc:docMkLst>
        <pc:docMk/>
      </pc:docMkLst>
      <pc:sldChg chg="modSp">
        <pc:chgData name="dtrott@udel.edu" userId="S::urn:spo:guest#dtrott@udel.edu::" providerId="AD" clId="Web-{9CDF8E77-27EC-ADD6-E47C-09BA49B8AFE5}" dt="2026-04-09T16:23:22.701" v="0" actId="1076"/>
        <pc:sldMkLst>
          <pc:docMk/>
          <pc:sldMk cId="247730646" sldId="274"/>
        </pc:sldMkLst>
        <pc:spChg chg="mod">
          <ac:chgData name="dtrott@udel.edu" userId="S::urn:spo:guest#dtrott@udel.edu::" providerId="AD" clId="Web-{9CDF8E77-27EC-ADD6-E47C-09BA49B8AFE5}" dt="2026-04-09T16:23:22.701" v="0" actId="1076"/>
          <ac:spMkLst>
            <pc:docMk/>
            <pc:sldMk cId="247730646" sldId="274"/>
            <ac:spMk id="27" creationId="{3F7B8E26-C362-2588-0692-15F1608FE255}"/>
          </ac:spMkLst>
        </pc:spChg>
      </pc:sldChg>
      <pc:sldChg chg="modSp">
        <pc:chgData name="dtrott@udel.edu" userId="S::urn:spo:guest#dtrott@udel.edu::" providerId="AD" clId="Web-{9CDF8E77-27EC-ADD6-E47C-09BA49B8AFE5}" dt="2026-04-09T21:53:55.165" v="448" actId="14100"/>
        <pc:sldMkLst>
          <pc:docMk/>
          <pc:sldMk cId="4241033836" sldId="281"/>
        </pc:sldMkLst>
      </pc:sldChg>
      <pc:sldChg chg="addSp delSp modSp new">
        <pc:chgData name="dtrott@udel.edu" userId="S::urn:spo:guest#dtrott@udel.edu::" providerId="AD" clId="Web-{9CDF8E77-27EC-ADD6-E47C-09BA49B8AFE5}" dt="2026-04-09T21:47:46.723" v="87" actId="20577"/>
        <pc:sldMkLst>
          <pc:docMk/>
          <pc:sldMk cId="3703292346" sldId="282"/>
        </pc:sldMkLst>
        <pc:spChg chg="mod">
          <ac:chgData name="dtrott@udel.edu" userId="S::urn:spo:guest#dtrott@udel.edu::" providerId="AD" clId="Web-{9CDF8E77-27EC-ADD6-E47C-09BA49B8AFE5}" dt="2026-04-09T21:47:46.723" v="87" actId="20577"/>
          <ac:spMkLst>
            <pc:docMk/>
            <pc:sldMk cId="3703292346" sldId="282"/>
            <ac:spMk id="2" creationId="{8BB27807-C6D6-8AEA-BE1A-202D8D4D6A10}"/>
          </ac:spMkLst>
        </pc:spChg>
        <pc:spChg chg="add mod">
          <ac:chgData name="dtrott@udel.edu" userId="S::urn:spo:guest#dtrott@udel.edu::" providerId="AD" clId="Web-{9CDF8E77-27EC-ADD6-E47C-09BA49B8AFE5}" dt="2026-04-09T21:44:30.479" v="33" actId="1076"/>
          <ac:spMkLst>
            <pc:docMk/>
            <pc:sldMk cId="3703292346" sldId="282"/>
            <ac:spMk id="10" creationId="{FE0D0D2C-0B04-1FBB-D251-8E252D5D41B7}"/>
          </ac:spMkLst>
        </pc:spChg>
        <pc:picChg chg="add mod">
          <ac:chgData name="dtrott@udel.edu" userId="S::urn:spo:guest#dtrott@udel.edu::" providerId="AD" clId="Web-{9CDF8E77-27EC-ADD6-E47C-09BA49B8AFE5}" dt="2026-04-09T21:47:41.785" v="85" actId="1076"/>
          <ac:picMkLst>
            <pc:docMk/>
            <pc:sldMk cId="3703292346" sldId="282"/>
            <ac:picMk id="15" creationId="{4164F623-ED1F-A051-419B-6918E19F7FE5}"/>
          </ac:picMkLst>
        </pc:picChg>
      </pc:sldChg>
    </pc:docChg>
  </pc:docChgLst>
  <pc:docChgLst>
    <pc:chgData name="daniyar@udel.edu" userId="S::urn:spo:guest#daniyar@udel.edu::" providerId="AD" clId="Web-{83EECF6C-8FEE-F64B-C691-B4D3DE6B19A7}"/>
    <pc:docChg chg="modSld sldOrd">
      <pc:chgData name="daniyar@udel.edu" userId="S::urn:spo:guest#daniyar@udel.edu::" providerId="AD" clId="Web-{83EECF6C-8FEE-F64B-C691-B4D3DE6B19A7}" dt="2026-04-13T16:05:14.150" v="230" actId="20577"/>
      <pc:docMkLst>
        <pc:docMk/>
      </pc:docMkLst>
      <pc:sldChg chg="addSp delSp modSp ord">
        <pc:chgData name="daniyar@udel.edu" userId="S::urn:spo:guest#daniyar@udel.edu::" providerId="AD" clId="Web-{83EECF6C-8FEE-F64B-C691-B4D3DE6B19A7}" dt="2026-04-13T15:59:57.416" v="204" actId="1076"/>
        <pc:sldMkLst>
          <pc:docMk/>
          <pc:sldMk cId="3501973825" sldId="272"/>
        </pc:sldMkLst>
        <pc:spChg chg="mod">
          <ac:chgData name="daniyar@udel.edu" userId="S::urn:spo:guest#daniyar@udel.edu::" providerId="AD" clId="Web-{83EECF6C-8FEE-F64B-C691-B4D3DE6B19A7}" dt="2026-04-13T15:57:32.696" v="177" actId="20577"/>
          <ac:spMkLst>
            <pc:docMk/>
            <pc:sldMk cId="3501973825" sldId="272"/>
            <ac:spMk id="2" creationId="{1C0F0478-9CCA-DAA9-3DF4-D46479159884}"/>
          </ac:spMkLst>
        </pc:spChg>
        <pc:spChg chg="mod">
          <ac:chgData name="daniyar@udel.edu" userId="S::urn:spo:guest#daniyar@udel.edu::" providerId="AD" clId="Web-{83EECF6C-8FEE-F64B-C691-B4D3DE6B19A7}" dt="2026-04-13T15:58:07.743" v="194" actId="20577"/>
          <ac:spMkLst>
            <pc:docMk/>
            <pc:sldMk cId="3501973825" sldId="272"/>
            <ac:spMk id="3" creationId="{645C05E6-58FA-05CD-1CB7-B9C624F41ED5}"/>
          </ac:spMkLst>
        </pc:spChg>
        <pc:spChg chg="add mod">
          <ac:chgData name="daniyar@udel.edu" userId="S::urn:spo:guest#daniyar@udel.edu::" providerId="AD" clId="Web-{83EECF6C-8FEE-F64B-C691-B4D3DE6B19A7}" dt="2026-04-13T15:59:37.916" v="198" actId="1076"/>
          <ac:spMkLst>
            <pc:docMk/>
            <pc:sldMk cId="3501973825" sldId="272"/>
            <ac:spMk id="4" creationId="{B9FCA474-76B0-1ABB-4284-7BD2AD5E30B8}"/>
          </ac:spMkLst>
        </pc:spChg>
        <pc:picChg chg="del mod">
          <ac:chgData name="daniyar@udel.edu" userId="S::urn:spo:guest#daniyar@udel.edu::" providerId="AD" clId="Web-{83EECF6C-8FEE-F64B-C691-B4D3DE6B19A7}" dt="2026-04-13T15:59:51.994" v="202"/>
          <ac:picMkLst>
            <pc:docMk/>
            <pc:sldMk cId="3501973825" sldId="272"/>
            <ac:picMk id="5" creationId="{5ACAC34C-1B73-922C-F8C9-01351864A4E4}"/>
          </ac:picMkLst>
        </pc:picChg>
        <pc:picChg chg="mod">
          <ac:chgData name="daniyar@udel.edu" userId="S::urn:spo:guest#daniyar@udel.edu::" providerId="AD" clId="Web-{83EECF6C-8FEE-F64B-C691-B4D3DE6B19A7}" dt="2026-04-13T15:59:54.431" v="203" actId="1076"/>
          <ac:picMkLst>
            <pc:docMk/>
            <pc:sldMk cId="3501973825" sldId="272"/>
            <ac:picMk id="6" creationId="{B2620A7C-EDC8-7FB8-9702-11FFD8A76EFF}"/>
          </ac:picMkLst>
        </pc:picChg>
        <pc:picChg chg="mod">
          <ac:chgData name="daniyar@udel.edu" userId="S::urn:spo:guest#daniyar@udel.edu::" providerId="AD" clId="Web-{83EECF6C-8FEE-F64B-C691-B4D3DE6B19A7}" dt="2026-04-13T15:59:57.416" v="204" actId="1076"/>
          <ac:picMkLst>
            <pc:docMk/>
            <pc:sldMk cId="3501973825" sldId="272"/>
            <ac:picMk id="7" creationId="{857D724C-E3F4-5638-CD78-915574ADD63E}"/>
          </ac:picMkLst>
        </pc:picChg>
        <pc:picChg chg="del">
          <ac:chgData name="daniyar@udel.edu" userId="S::urn:spo:guest#daniyar@udel.edu::" providerId="AD" clId="Web-{83EECF6C-8FEE-F64B-C691-B4D3DE6B19A7}" dt="2026-04-13T15:58:42.634" v="195"/>
          <ac:picMkLst>
            <pc:docMk/>
            <pc:sldMk cId="3501973825" sldId="272"/>
            <ac:picMk id="9" creationId="{65461C07-FC9B-67E7-353B-5153475B76A4}"/>
          </ac:picMkLst>
        </pc:picChg>
      </pc:sldChg>
      <pc:sldChg chg="addSp delSp modSp">
        <pc:chgData name="daniyar@udel.edu" userId="S::urn:spo:guest#daniyar@udel.edu::" providerId="AD" clId="Web-{83EECF6C-8FEE-F64B-C691-B4D3DE6B19A7}" dt="2026-04-13T16:04:19.695" v="228" actId="1076"/>
        <pc:sldMkLst>
          <pc:docMk/>
          <pc:sldMk cId="3587234819" sldId="278"/>
        </pc:sldMkLst>
        <pc:spChg chg="mod">
          <ac:chgData name="daniyar@udel.edu" userId="S::urn:spo:guest#daniyar@udel.edu::" providerId="AD" clId="Web-{83EECF6C-8FEE-F64B-C691-B4D3DE6B19A7}" dt="2026-04-13T15:55:07.398" v="136" actId="20577"/>
          <ac:spMkLst>
            <pc:docMk/>
            <pc:sldMk cId="3587234819" sldId="278"/>
            <ac:spMk id="3" creationId="{A2AB3ACA-1390-8076-0D4F-514E75B039B2}"/>
          </ac:spMkLst>
        </pc:spChg>
        <pc:spChg chg="add mod">
          <ac:chgData name="daniyar@udel.edu" userId="S::urn:spo:guest#daniyar@udel.edu::" providerId="AD" clId="Web-{83EECF6C-8FEE-F64B-C691-B4D3DE6B19A7}" dt="2026-04-13T16:04:19.695" v="228" actId="1076"/>
          <ac:spMkLst>
            <pc:docMk/>
            <pc:sldMk cId="3587234819" sldId="278"/>
            <ac:spMk id="4" creationId="{46A1CA0A-68C3-6D31-7A87-F0501233D9F5}"/>
          </ac:spMkLst>
        </pc:spChg>
        <pc:grpChg chg="mod">
          <ac:chgData name="daniyar@udel.edu" userId="S::urn:spo:guest#daniyar@udel.edu::" providerId="AD" clId="Web-{83EECF6C-8FEE-F64B-C691-B4D3DE6B19A7}" dt="2026-04-13T16:04:14.617" v="227" actId="1076"/>
          <ac:grpSpMkLst>
            <pc:docMk/>
            <pc:sldMk cId="3587234819" sldId="278"/>
            <ac:grpSpMk id="10" creationId="{DC79D1F7-1B5C-84FC-5316-A230820E6C46}"/>
          </ac:grpSpMkLst>
        </pc:grpChg>
        <pc:picChg chg="del mod">
          <ac:chgData name="daniyar@udel.edu" userId="S::urn:spo:guest#daniyar@udel.edu::" providerId="AD" clId="Web-{83EECF6C-8FEE-F64B-C691-B4D3DE6B19A7}" dt="2026-04-13T16:03:58.835" v="222"/>
          <ac:picMkLst>
            <pc:docMk/>
            <pc:sldMk cId="3587234819" sldId="278"/>
            <ac:picMk id="6" creationId="{50850AE7-B3FA-2844-0F78-2C288450579A}"/>
          </ac:picMkLst>
        </pc:picChg>
        <pc:picChg chg="mod">
          <ac:chgData name="daniyar@udel.edu" userId="S::urn:spo:guest#daniyar@udel.edu::" providerId="AD" clId="Web-{83EECF6C-8FEE-F64B-C691-B4D3DE6B19A7}" dt="2026-04-13T16:04:11.960" v="226" actId="1076"/>
          <ac:picMkLst>
            <pc:docMk/>
            <pc:sldMk cId="3587234819" sldId="278"/>
            <ac:picMk id="7" creationId="{8142BABA-AC04-226B-EF38-D4265F13FECD}"/>
          </ac:picMkLst>
        </pc:picChg>
        <pc:picChg chg="del mod">
          <ac:chgData name="daniyar@udel.edu" userId="S::urn:spo:guest#daniyar@udel.edu::" providerId="AD" clId="Web-{83EECF6C-8FEE-F64B-C691-B4D3DE6B19A7}" dt="2026-04-13T16:04:04.960" v="224"/>
          <ac:picMkLst>
            <pc:docMk/>
            <pc:sldMk cId="3587234819" sldId="278"/>
            <ac:picMk id="9" creationId="{61B659DF-DE7D-87B0-429A-F8233A627891}"/>
          </ac:picMkLst>
        </pc:picChg>
      </pc:sldChg>
      <pc:sldChg chg="modSp">
        <pc:chgData name="daniyar@udel.edu" userId="S::urn:spo:guest#daniyar@udel.edu::" providerId="AD" clId="Web-{83EECF6C-8FEE-F64B-C691-B4D3DE6B19A7}" dt="2026-04-13T16:02:45.816" v="221" actId="20577"/>
        <pc:sldMkLst>
          <pc:docMk/>
          <pc:sldMk cId="710740252" sldId="294"/>
        </pc:sldMkLst>
        <pc:spChg chg="mod">
          <ac:chgData name="daniyar@udel.edu" userId="S::urn:spo:guest#daniyar@udel.edu::" providerId="AD" clId="Web-{83EECF6C-8FEE-F64B-C691-B4D3DE6B19A7}" dt="2026-04-13T16:02:45.816" v="221" actId="20577"/>
          <ac:spMkLst>
            <pc:docMk/>
            <pc:sldMk cId="710740252" sldId="294"/>
            <ac:spMk id="3" creationId="{EB51DEC7-0ADC-1D6F-4C65-98AD659188FC}"/>
          </ac:spMkLst>
        </pc:spChg>
      </pc:sldChg>
      <pc:sldChg chg="addSp modSp ord">
        <pc:chgData name="daniyar@udel.edu" userId="S::urn:spo:guest#daniyar@udel.edu::" providerId="AD" clId="Web-{83EECF6C-8FEE-F64B-C691-B4D3DE6B19A7}" dt="2026-04-13T16:05:14.150" v="230" actId="20577"/>
        <pc:sldMkLst>
          <pc:docMk/>
          <pc:sldMk cId="2659687175" sldId="295"/>
        </pc:sldMkLst>
        <pc:spChg chg="mod">
          <ac:chgData name="daniyar@udel.edu" userId="S::urn:spo:guest#daniyar@udel.edu::" providerId="AD" clId="Web-{83EECF6C-8FEE-F64B-C691-B4D3DE6B19A7}" dt="2026-04-13T15:54:15.553" v="114" actId="20577"/>
          <ac:spMkLst>
            <pc:docMk/>
            <pc:sldMk cId="2659687175" sldId="295"/>
            <ac:spMk id="2" creationId="{98ACFB42-A0FB-4D9C-B545-B873FE511868}"/>
          </ac:spMkLst>
        </pc:spChg>
        <pc:spChg chg="add mod">
          <ac:chgData name="daniyar@udel.edu" userId="S::urn:spo:guest#daniyar@udel.edu::" providerId="AD" clId="Web-{83EECF6C-8FEE-F64B-C691-B4D3DE6B19A7}" dt="2026-04-13T16:05:14.150" v="230" actId="20577"/>
          <ac:spMkLst>
            <pc:docMk/>
            <pc:sldMk cId="2659687175" sldId="295"/>
            <ac:spMk id="3" creationId="{CC49BE2E-A119-DD5E-BD78-1F10E6EBB20E}"/>
          </ac:spMkLst>
        </pc:spChg>
        <pc:spChg chg="add mod">
          <ac:chgData name="daniyar@udel.edu" userId="S::urn:spo:guest#daniyar@udel.edu::" providerId="AD" clId="Web-{83EECF6C-8FEE-F64B-C691-B4D3DE6B19A7}" dt="2026-04-13T15:56:48.071" v="162" actId="1076"/>
          <ac:spMkLst>
            <pc:docMk/>
            <pc:sldMk cId="2659687175" sldId="295"/>
            <ac:spMk id="5" creationId="{E1EA8768-5D50-9A61-7FC4-4143E5E3BCA9}"/>
          </ac:spMkLst>
        </pc:spChg>
        <pc:picChg chg="mod">
          <ac:chgData name="daniyar@udel.edu" userId="S::urn:spo:guest#daniyar@udel.edu::" providerId="AD" clId="Web-{83EECF6C-8FEE-F64B-C691-B4D3DE6B19A7}" dt="2026-04-13T15:56:56.196" v="165" actId="14100"/>
          <ac:picMkLst>
            <pc:docMk/>
            <pc:sldMk cId="2659687175" sldId="295"/>
            <ac:picMk id="4" creationId="{3FAAB104-91D0-73F0-6B5F-7CE345C9A6EB}"/>
          </ac:picMkLst>
        </pc:picChg>
      </pc:sldChg>
      <pc:sldChg chg="addSp delSp modSp modCm">
        <pc:chgData name="daniyar@udel.edu" userId="S::urn:spo:guest#daniyar@udel.edu::" providerId="AD" clId="Web-{83EECF6C-8FEE-F64B-C691-B4D3DE6B19A7}" dt="2026-04-13T15:55:10.757" v="140" actId="20577"/>
        <pc:sldMkLst>
          <pc:docMk/>
          <pc:sldMk cId="2469445992" sldId="296"/>
        </pc:sldMkLst>
        <pc:spChg chg="mod">
          <ac:chgData name="daniyar@udel.edu" userId="S::urn:spo:guest#daniyar@udel.edu::" providerId="AD" clId="Web-{83EECF6C-8FEE-F64B-C691-B4D3DE6B19A7}" dt="2026-04-13T15:50:21.939" v="39" actId="20577"/>
          <ac:spMkLst>
            <pc:docMk/>
            <pc:sldMk cId="2469445992" sldId="296"/>
            <ac:spMk id="2" creationId="{AD6B00F8-CF3B-81C4-49FD-90A5FED07F6E}"/>
          </ac:spMkLst>
        </pc:spChg>
        <pc:spChg chg="del mod">
          <ac:chgData name="daniyar@udel.edu" userId="S::urn:spo:guest#daniyar@udel.edu::" providerId="AD" clId="Web-{83EECF6C-8FEE-F64B-C691-B4D3DE6B19A7}" dt="2026-04-13T15:51:20.440" v="64"/>
          <ac:spMkLst>
            <pc:docMk/>
            <pc:sldMk cId="2469445992" sldId="296"/>
            <ac:spMk id="3" creationId="{451E6D4B-A476-EB49-9E68-EB5F5C74552F}"/>
          </ac:spMkLst>
        </pc:spChg>
        <pc:spChg chg="add mod">
          <ac:chgData name="daniyar@udel.edu" userId="S::urn:spo:guest#daniyar@udel.edu::" providerId="AD" clId="Web-{83EECF6C-8FEE-F64B-C691-B4D3DE6B19A7}" dt="2026-04-13T15:55:10.757" v="140" actId="20577"/>
          <ac:spMkLst>
            <pc:docMk/>
            <pc:sldMk cId="2469445992" sldId="296"/>
            <ac:spMk id="5" creationId="{D04F991D-8083-E536-7C2F-CD6A1C993D71}"/>
          </ac:spMkLst>
        </pc:spChg>
        <pc:spChg chg="add del mod">
          <ac:chgData name="daniyar@udel.edu" userId="S::urn:spo:guest#daniyar@udel.edu::" providerId="AD" clId="Web-{83EECF6C-8FEE-F64B-C691-B4D3DE6B19A7}" dt="2026-04-13T15:51:46.769" v="72"/>
          <ac:spMkLst>
            <pc:docMk/>
            <pc:sldMk cId="2469445992" sldId="296"/>
            <ac:spMk id="7" creationId="{765A66C3-EE1D-FAAC-A63B-57648BDBBAD3}"/>
          </ac:spMkLst>
        </pc:spChg>
        <pc:spChg chg="add mod">
          <ac:chgData name="daniyar@udel.edu" userId="S::urn:spo:guest#daniyar@udel.edu::" providerId="AD" clId="Web-{83EECF6C-8FEE-F64B-C691-B4D3DE6B19A7}" dt="2026-04-13T15:53:27.209" v="112" actId="1076"/>
          <ac:spMkLst>
            <pc:docMk/>
            <pc:sldMk cId="2469445992" sldId="296"/>
            <ac:spMk id="8" creationId="{C8F1F6CA-27FE-DE8D-70C7-B79A5CFF1082}"/>
          </ac:spMkLst>
        </pc:spChg>
        <pc:picChg chg="mod">
          <ac:chgData name="daniyar@udel.edu" userId="S::urn:spo:guest#daniyar@udel.edu::" providerId="AD" clId="Web-{83EECF6C-8FEE-F64B-C691-B4D3DE6B19A7}" dt="2026-04-13T15:53:25.662" v="111" actId="1076"/>
          <ac:picMkLst>
            <pc:docMk/>
            <pc:sldMk cId="2469445992" sldId="296"/>
            <ac:picMk id="4" creationId="{EE993F5D-5FD1-20DD-B795-54523A373A2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daniyar@udel.edu" userId="S::urn:spo:guest#daniyar@udel.edu::" providerId="AD" clId="Web-{83EECF6C-8FEE-F64B-C691-B4D3DE6B19A7}" dt="2026-04-13T15:51:01.424" v="58" actId="20577"/>
              <pc2:cmMkLst xmlns:pc2="http://schemas.microsoft.com/office/powerpoint/2019/9/main/command">
                <pc:docMk/>
                <pc:sldMk cId="2469445992" sldId="296"/>
                <pc2:cmMk id="{DCB2D7CF-7398-4528-938E-CF0B312577D4}"/>
              </pc2:cmMkLst>
            </pc226:cmChg>
          </p:ext>
        </pc:extLst>
      </pc:sldChg>
    </pc:docChg>
  </pc:docChgLst>
  <pc:docChgLst>
    <pc:chgData name="kalyanik@udel.edu" userId="S::urn:spo:guest#kalyanik@udel.edu::" providerId="AD" clId="Web-{C83B8261-AD8F-3339-EC15-0DFB9EC4A1E4}"/>
    <pc:docChg chg="modSld">
      <pc:chgData name="kalyanik@udel.edu" userId="S::urn:spo:guest#kalyanik@udel.edu::" providerId="AD" clId="Web-{C83B8261-AD8F-3339-EC15-0DFB9EC4A1E4}" dt="2026-04-09T18:58:26.830" v="0" actId="14100"/>
      <pc:docMkLst>
        <pc:docMk/>
      </pc:docMkLst>
    </pc:docChg>
  </pc:docChgLst>
  <pc:docChgLst>
    <pc:chgData name="dtrott@udel.edu" userId="S::urn:spo:guest#dtrott@udel.edu::" providerId="AD" clId="Web-{787A1520-FF62-19EF-D17B-1FA246144B4C}"/>
    <pc:docChg chg="addSld delSld modSld">
      <pc:chgData name="dtrott@udel.edu" userId="S::urn:spo:guest#dtrott@udel.edu::" providerId="AD" clId="Web-{787A1520-FF62-19EF-D17B-1FA246144B4C}" dt="2026-04-02T16:08:07.948" v="920" actId="1076"/>
      <pc:docMkLst>
        <pc:docMk/>
      </pc:docMkLst>
      <pc:sldChg chg="addSp delSp modSp">
        <pc:chgData name="dtrott@udel.edu" userId="S::urn:spo:guest#dtrott@udel.edu::" providerId="AD" clId="Web-{787A1520-FF62-19EF-D17B-1FA246144B4C}" dt="2026-04-02T16:04:21.528" v="814" actId="1076"/>
        <pc:sldMkLst>
          <pc:docMk/>
          <pc:sldMk cId="0" sldId="257"/>
        </pc:sldMkLst>
        <pc:spChg chg="mod">
          <ac:chgData name="dtrott@udel.edu" userId="S::urn:spo:guest#dtrott@udel.edu::" providerId="AD" clId="Web-{787A1520-FF62-19EF-D17B-1FA246144B4C}" dt="2026-04-02T16:04:21.528" v="814" actId="1076"/>
          <ac:spMkLst>
            <pc:docMk/>
            <pc:sldMk cId="0" sldId="257"/>
            <ac:spMk id="63" creationId="{00000000-0000-0000-0000-000000000000}"/>
          </ac:spMkLst>
        </pc:spChg>
        <pc:spChg chg="mod">
          <ac:chgData name="dtrott@udel.edu" userId="S::urn:spo:guest#dtrott@udel.edu::" providerId="AD" clId="Web-{787A1520-FF62-19EF-D17B-1FA246144B4C}" dt="2026-04-02T15:48:05.882" v="163" actId="20577"/>
          <ac:spMkLst>
            <pc:docMk/>
            <pc:sldMk cId="0" sldId="257"/>
            <ac:spMk id="64" creationId="{00000000-0000-0000-0000-000000000000}"/>
          </ac:spMkLst>
        </pc:spChg>
        <pc:picChg chg="add mod">
          <ac:chgData name="dtrott@udel.edu" userId="S::urn:spo:guest#dtrott@udel.edu::" providerId="AD" clId="Web-{787A1520-FF62-19EF-D17B-1FA246144B4C}" dt="2026-04-02T15:47:43.272" v="150" actId="1076"/>
          <ac:picMkLst>
            <pc:docMk/>
            <pc:sldMk cId="0" sldId="257"/>
            <ac:picMk id="3" creationId="{E4F7A18D-A4AB-A130-BE16-A7AAAEE65741}"/>
          </ac:picMkLst>
        </pc:picChg>
        <pc:picChg chg="add mod">
          <ac:chgData name="dtrott@udel.edu" userId="S::urn:spo:guest#dtrott@udel.edu::" providerId="AD" clId="Web-{787A1520-FF62-19EF-D17B-1FA246144B4C}" dt="2026-04-02T15:47:43.288" v="151" actId="1076"/>
          <ac:picMkLst>
            <pc:docMk/>
            <pc:sldMk cId="0" sldId="257"/>
            <ac:picMk id="4" creationId="{2D852684-4B75-7121-B0CD-3D2FFB9207E1}"/>
          </ac:picMkLst>
        </pc:picChg>
        <pc:picChg chg="add mod">
          <ac:chgData name="dtrott@udel.edu" userId="S::urn:spo:guest#dtrott@udel.edu::" providerId="AD" clId="Web-{787A1520-FF62-19EF-D17B-1FA246144B4C}" dt="2026-04-02T15:47:43.288" v="152" actId="1076"/>
          <ac:picMkLst>
            <pc:docMk/>
            <pc:sldMk cId="0" sldId="257"/>
            <ac:picMk id="5" creationId="{FBF0A093-1DAF-17A8-E43C-B8709374AF38}"/>
          </ac:picMkLst>
        </pc:picChg>
      </pc:sldChg>
      <pc:sldChg chg="addSp delSp modSp new">
        <pc:chgData name="dtrott@udel.edu" userId="S::urn:spo:guest#dtrott@udel.edu::" providerId="AD" clId="Web-{787A1520-FF62-19EF-D17B-1FA246144B4C}" dt="2026-04-02T16:05:50.953" v="838" actId="1076"/>
        <pc:sldMkLst>
          <pc:docMk/>
          <pc:sldMk cId="4083245122" sldId="270"/>
        </pc:sldMkLst>
        <pc:spChg chg="mod">
          <ac:chgData name="dtrott@udel.edu" userId="S::urn:spo:guest#dtrott@udel.edu::" providerId="AD" clId="Web-{787A1520-FF62-19EF-D17B-1FA246144B4C}" dt="2026-04-02T16:05:14.825" v="823" actId="20577"/>
          <ac:spMkLst>
            <pc:docMk/>
            <pc:sldMk cId="4083245122" sldId="270"/>
            <ac:spMk id="2" creationId="{EE10DAB6-3587-97AE-B095-8A0F1944A226}"/>
          </ac:spMkLst>
        </pc:spChg>
        <pc:spChg chg="add">
          <ac:chgData name="dtrott@udel.edu" userId="S::urn:spo:guest#dtrott@udel.edu::" providerId="AD" clId="Web-{787A1520-FF62-19EF-D17B-1FA246144B4C}" dt="2026-04-02T16:05:31.669" v="824"/>
          <ac:spMkLst>
            <pc:docMk/>
            <pc:sldMk cId="4083245122" sldId="270"/>
            <ac:spMk id="4" creationId="{0637378E-21B3-17E0-14CA-C81B0D5372AC}"/>
          </ac:spMkLst>
        </pc:spChg>
        <pc:spChg chg="add mod">
          <ac:chgData name="dtrott@udel.edu" userId="S::urn:spo:guest#dtrott@udel.edu::" providerId="AD" clId="Web-{787A1520-FF62-19EF-D17B-1FA246144B4C}" dt="2026-04-02T16:05:35.998" v="831" actId="1076"/>
          <ac:spMkLst>
            <pc:docMk/>
            <pc:sldMk cId="4083245122" sldId="270"/>
            <ac:spMk id="12" creationId="{469EB1C0-7A23-EB01-EE96-83D38B04E17A}"/>
          </ac:spMkLst>
        </pc:spChg>
        <pc:spChg chg="add mod">
          <ac:chgData name="dtrott@udel.edu" userId="S::urn:spo:guest#dtrott@udel.edu::" providerId="AD" clId="Web-{787A1520-FF62-19EF-D17B-1FA246144B4C}" dt="2026-04-02T16:05:35.998" v="830" actId="1076"/>
          <ac:spMkLst>
            <pc:docMk/>
            <pc:sldMk cId="4083245122" sldId="270"/>
            <ac:spMk id="13" creationId="{81C2305A-1F4D-B0A1-A3FB-9FD906EEE9E1}"/>
          </ac:spMkLst>
        </pc:spChg>
        <pc:spChg chg="add">
          <ac:chgData name="dtrott@udel.edu" userId="S::urn:spo:guest#dtrott@udel.edu::" providerId="AD" clId="Web-{787A1520-FF62-19EF-D17B-1FA246144B4C}" dt="2026-04-02T16:05:31.904" v="825"/>
          <ac:spMkLst>
            <pc:docMk/>
            <pc:sldMk cId="4083245122" sldId="270"/>
            <ac:spMk id="15" creationId="{20B2C3E2-D2FA-7989-F06A-20FFCC5771FE}"/>
          </ac:spMkLst>
        </pc:spChg>
        <pc:grpChg chg="add mod">
          <ac:chgData name="dtrott@udel.edu" userId="S::urn:spo:guest#dtrott@udel.edu::" providerId="AD" clId="Web-{787A1520-FF62-19EF-D17B-1FA246144B4C}" dt="2026-04-02T16:05:35.998" v="832" actId="1076"/>
          <ac:grpSpMkLst>
            <pc:docMk/>
            <pc:sldMk cId="4083245122" sldId="270"/>
            <ac:grpSpMk id="11" creationId="{973312AD-D506-3D43-A208-D1E2ABADF56C}"/>
          </ac:grpSpMkLst>
        </pc:grpChg>
        <pc:picChg chg="add">
          <ac:chgData name="dtrott@udel.edu" userId="S::urn:spo:guest#dtrott@udel.edu::" providerId="AD" clId="Web-{787A1520-FF62-19EF-D17B-1FA246144B4C}" dt="2026-04-02T16:05:31.904" v="825"/>
          <ac:picMkLst>
            <pc:docMk/>
            <pc:sldMk cId="4083245122" sldId="270"/>
            <ac:picMk id="14" creationId="{07938362-A01C-10AA-18AB-C5A930C8E0FF}"/>
          </ac:picMkLst>
        </pc:picChg>
      </pc:sldChg>
      <pc:sldChg chg="modSp new">
        <pc:chgData name="dtrott@udel.edu" userId="S::urn:spo:guest#dtrott@udel.edu::" providerId="AD" clId="Web-{787A1520-FF62-19EF-D17B-1FA246144B4C}" dt="2026-04-02T16:06:44.160" v="886" actId="20577"/>
        <pc:sldMkLst>
          <pc:docMk/>
          <pc:sldMk cId="3501973825" sldId="272"/>
        </pc:sldMkLst>
        <pc:spChg chg="mod">
          <ac:chgData name="dtrott@udel.edu" userId="S::urn:spo:guest#dtrott@udel.edu::" providerId="AD" clId="Web-{787A1520-FF62-19EF-D17B-1FA246144B4C}" dt="2026-04-02T16:06:34.644" v="865" actId="20577"/>
          <ac:spMkLst>
            <pc:docMk/>
            <pc:sldMk cId="3501973825" sldId="272"/>
            <ac:spMk id="2" creationId="{1C0F0478-9CCA-DAA9-3DF4-D46479159884}"/>
          </ac:spMkLst>
        </pc:spChg>
        <pc:spChg chg="mod">
          <ac:chgData name="dtrott@udel.edu" userId="S::urn:spo:guest#dtrott@udel.edu::" providerId="AD" clId="Web-{787A1520-FF62-19EF-D17B-1FA246144B4C}" dt="2026-04-02T16:06:44.160" v="886" actId="20577"/>
          <ac:spMkLst>
            <pc:docMk/>
            <pc:sldMk cId="3501973825" sldId="272"/>
            <ac:spMk id="3" creationId="{645C05E6-58FA-05CD-1CB7-B9C624F41ED5}"/>
          </ac:spMkLst>
        </pc:spChg>
      </pc:sldChg>
      <pc:sldChg chg="modSp new">
        <pc:chgData name="dtrott@udel.edu" userId="S::urn:spo:guest#dtrott@udel.edu::" providerId="AD" clId="Web-{787A1520-FF62-19EF-D17B-1FA246144B4C}" dt="2026-04-02T16:07:10.334" v="898" actId="20577"/>
        <pc:sldMkLst>
          <pc:docMk/>
          <pc:sldMk cId="1424295582" sldId="273"/>
        </pc:sldMkLst>
        <pc:spChg chg="mod">
          <ac:chgData name="dtrott@udel.edu" userId="S::urn:spo:guest#dtrott@udel.edu::" providerId="AD" clId="Web-{787A1520-FF62-19EF-D17B-1FA246144B4C}" dt="2026-04-02T16:07:10.334" v="898" actId="20577"/>
          <ac:spMkLst>
            <pc:docMk/>
            <pc:sldMk cId="1424295582" sldId="273"/>
            <ac:spMk id="2" creationId="{6733923D-F5FC-1AD6-9C50-71313BC3FF0C}"/>
          </ac:spMkLst>
        </pc:spChg>
      </pc:sldChg>
    </pc:docChg>
  </pc:docChgLst>
  <pc:docChgLst>
    <pc:chgData name="daniyar@udel.edu" userId="S::urn:spo:guest#daniyar@udel.edu::" providerId="AD" clId="Web-{9AC38E19-B0A4-144A-A7BF-0EC198E58C2C}"/>
    <pc:docChg chg="delSld">
      <pc:chgData name="daniyar@udel.edu" userId="S::urn:spo:guest#daniyar@udel.edu::" providerId="AD" clId="Web-{9AC38E19-B0A4-144A-A7BF-0EC198E58C2C}" dt="2026-04-10T13:51:08.375" v="0"/>
      <pc:docMkLst>
        <pc:docMk/>
      </pc:docMkLst>
    </pc:docChg>
  </pc:docChgLst>
  <pc:docChgLst>
    <pc:chgData name="dtrott@udel.edu" userId="S::urn:spo:guest#dtrott@udel.edu::" providerId="AD" clId="Web-{8F1FEB49-6807-CAAA-D271-03A7627B8D23}"/>
    <pc:docChg chg="modSld">
      <pc:chgData name="dtrott@udel.edu" userId="S::urn:spo:guest#dtrott@udel.edu::" providerId="AD" clId="Web-{8F1FEB49-6807-CAAA-D271-03A7627B8D23}" dt="2026-04-13T17:08:37.818" v="358" actId="20577"/>
      <pc:docMkLst>
        <pc:docMk/>
      </pc:docMkLst>
      <pc:sldChg chg="modSp">
        <pc:chgData name="dtrott@udel.edu" userId="S::urn:spo:guest#dtrott@udel.edu::" providerId="AD" clId="Web-{8F1FEB49-6807-CAAA-D271-03A7627B8D23}" dt="2026-04-13T15:07:08.836" v="188" actId="1076"/>
        <pc:sldMkLst>
          <pc:docMk/>
          <pc:sldMk cId="3501973825" sldId="272"/>
        </pc:sldMkLst>
        <pc:spChg chg="mod">
          <ac:chgData name="dtrott@udel.edu" userId="S::urn:spo:guest#dtrott@udel.edu::" providerId="AD" clId="Web-{8F1FEB49-6807-CAAA-D271-03A7627B8D23}" dt="2026-04-13T15:00:07.577" v="4" actId="20577"/>
          <ac:spMkLst>
            <pc:docMk/>
            <pc:sldMk cId="3501973825" sldId="272"/>
            <ac:spMk id="2" creationId="{1C0F0478-9CCA-DAA9-3DF4-D46479159884}"/>
          </ac:spMkLst>
        </pc:spChg>
        <pc:picChg chg="mod">
          <ac:chgData name="dtrott@udel.edu" userId="S::urn:spo:guest#dtrott@udel.edu::" providerId="AD" clId="Web-{8F1FEB49-6807-CAAA-D271-03A7627B8D23}" dt="2026-04-13T15:07:01.991" v="185" actId="1076"/>
          <ac:picMkLst>
            <pc:docMk/>
            <pc:sldMk cId="3501973825" sldId="272"/>
            <ac:picMk id="5" creationId="{5ACAC34C-1B73-922C-F8C9-01351864A4E4}"/>
          </ac:picMkLst>
        </pc:picChg>
        <pc:picChg chg="mod">
          <ac:chgData name="dtrott@udel.edu" userId="S::urn:spo:guest#dtrott@udel.edu::" providerId="AD" clId="Web-{8F1FEB49-6807-CAAA-D271-03A7627B8D23}" dt="2026-04-13T15:07:06.101" v="187" actId="1076"/>
          <ac:picMkLst>
            <pc:docMk/>
            <pc:sldMk cId="3501973825" sldId="272"/>
            <ac:picMk id="6" creationId="{B2620A7C-EDC8-7FB8-9702-11FFD8A76EFF}"/>
          </ac:picMkLst>
        </pc:picChg>
        <pc:picChg chg="mod">
          <ac:chgData name="dtrott@udel.edu" userId="S::urn:spo:guest#dtrott@udel.edu::" providerId="AD" clId="Web-{8F1FEB49-6807-CAAA-D271-03A7627B8D23}" dt="2026-04-13T15:07:08.836" v="188" actId="1076"/>
          <ac:picMkLst>
            <pc:docMk/>
            <pc:sldMk cId="3501973825" sldId="272"/>
            <ac:picMk id="7" creationId="{857D724C-E3F4-5638-CD78-915574ADD63E}"/>
          </ac:picMkLst>
        </pc:picChg>
      </pc:sldChg>
      <pc:sldChg chg="delSp">
        <pc:chgData name="dtrott@udel.edu" userId="S::urn:spo:guest#dtrott@udel.edu::" providerId="AD" clId="Web-{8F1FEB49-6807-CAAA-D271-03A7627B8D23}" dt="2026-04-13T17:07:59.739" v="354"/>
        <pc:sldMkLst>
          <pc:docMk/>
          <pc:sldMk cId="1424295582" sldId="273"/>
        </pc:sldMkLst>
        <pc:spChg chg="del">
          <ac:chgData name="dtrott@udel.edu" userId="S::urn:spo:guest#dtrott@udel.edu::" providerId="AD" clId="Web-{8F1FEB49-6807-CAAA-D271-03A7627B8D23}" dt="2026-04-13T17:07:59.739" v="354"/>
          <ac:spMkLst>
            <pc:docMk/>
            <pc:sldMk cId="1424295582" sldId="273"/>
            <ac:spMk id="6" creationId="{045AA6CE-C3B1-C24D-E723-01B93EF58655}"/>
          </ac:spMkLst>
        </pc:spChg>
      </pc:sldChg>
      <pc:sldChg chg="modSp">
        <pc:chgData name="dtrott@udel.edu" userId="S::urn:spo:guest#dtrott@udel.edu::" providerId="AD" clId="Web-{8F1FEB49-6807-CAAA-D271-03A7627B8D23}" dt="2026-04-13T15:22:23.454" v="353" actId="20577"/>
        <pc:sldMkLst>
          <pc:docMk/>
          <pc:sldMk cId="710740252" sldId="294"/>
        </pc:sldMkLst>
        <pc:spChg chg="mod">
          <ac:chgData name="dtrott@udel.edu" userId="S::urn:spo:guest#dtrott@udel.edu::" providerId="AD" clId="Web-{8F1FEB49-6807-CAAA-D271-03A7627B8D23}" dt="2026-04-13T15:17:28.336" v="208" actId="20577"/>
          <ac:spMkLst>
            <pc:docMk/>
            <pc:sldMk cId="710740252" sldId="294"/>
            <ac:spMk id="2" creationId="{96ED34FE-FE25-BB18-C681-5F6EE913FA6F}"/>
          </ac:spMkLst>
        </pc:spChg>
        <pc:spChg chg="mod">
          <ac:chgData name="dtrott@udel.edu" userId="S::urn:spo:guest#dtrott@udel.edu::" providerId="AD" clId="Web-{8F1FEB49-6807-CAAA-D271-03A7627B8D23}" dt="2026-04-13T15:22:23.454" v="353" actId="20577"/>
          <ac:spMkLst>
            <pc:docMk/>
            <pc:sldMk cId="710740252" sldId="294"/>
            <ac:spMk id="3" creationId="{EB51DEC7-0ADC-1D6F-4C65-98AD659188FC}"/>
          </ac:spMkLst>
        </pc:spChg>
      </pc:sldChg>
      <pc:sldChg chg="modSp">
        <pc:chgData name="dtrott@udel.edu" userId="S::urn:spo:guest#dtrott@udel.edu::" providerId="AD" clId="Web-{8F1FEB49-6807-CAAA-D271-03A7627B8D23}" dt="2026-04-13T17:08:37.818" v="358" actId="20577"/>
        <pc:sldMkLst>
          <pc:docMk/>
          <pc:sldMk cId="2469445992" sldId="296"/>
        </pc:sldMkLst>
        <pc:spChg chg="mod">
          <ac:chgData name="dtrott@udel.edu" userId="S::urn:spo:guest#dtrott@udel.edu::" providerId="AD" clId="Web-{8F1FEB49-6807-CAAA-D271-03A7627B8D23}" dt="2026-04-13T15:00:24.577" v="30" actId="20577"/>
          <ac:spMkLst>
            <pc:docMk/>
            <pc:sldMk cId="2469445992" sldId="296"/>
            <ac:spMk id="2" creationId="{AD6B00F8-CF3B-81C4-49FD-90A5FED07F6E}"/>
          </ac:spMkLst>
        </pc:spChg>
        <pc:spChg chg="mod">
          <ac:chgData name="dtrott@udel.edu" userId="S::urn:spo:guest#dtrott@udel.edu::" providerId="AD" clId="Web-{8F1FEB49-6807-CAAA-D271-03A7627B8D23}" dt="2026-04-13T17:08:37.818" v="358" actId="20577"/>
          <ac:spMkLst>
            <pc:docMk/>
            <pc:sldMk cId="2469445992" sldId="296"/>
            <ac:spMk id="8" creationId="{C8F1F6CA-27FE-DE8D-70C7-B79A5CFF1082}"/>
          </ac:spMkLst>
        </pc:spChg>
        <pc:picChg chg="mod">
          <ac:chgData name="dtrott@udel.edu" userId="S::urn:spo:guest#dtrott@udel.edu::" providerId="AD" clId="Web-{8F1FEB49-6807-CAAA-D271-03A7627B8D23}" dt="2026-04-13T17:08:36.193" v="357" actId="1076"/>
          <ac:picMkLst>
            <pc:docMk/>
            <pc:sldMk cId="2469445992" sldId="296"/>
            <ac:picMk id="4" creationId="{EE993F5D-5FD1-20DD-B795-54523A373A24}"/>
          </ac:picMkLst>
        </pc:picChg>
      </pc:sldChg>
      <pc:sldChg chg="modSp">
        <pc:chgData name="dtrott@udel.edu" userId="S::urn:spo:guest#dtrott@udel.edu::" providerId="AD" clId="Web-{8F1FEB49-6807-CAAA-D271-03A7627B8D23}" dt="2026-04-13T15:15:36.315" v="195" actId="20577"/>
        <pc:sldMkLst>
          <pc:docMk/>
          <pc:sldMk cId="933920239" sldId="301"/>
        </pc:sldMkLst>
        <pc:spChg chg="mod ord">
          <ac:chgData name="dtrott@udel.edu" userId="S::urn:spo:guest#dtrott@udel.edu::" providerId="AD" clId="Web-{8F1FEB49-6807-CAAA-D271-03A7627B8D23}" dt="2026-04-13T15:15:28.268" v="190" actId="1076"/>
          <ac:spMkLst>
            <pc:docMk/>
            <pc:sldMk cId="933920239" sldId="301"/>
            <ac:spMk id="5" creationId="{A58C248F-4C0D-9D0F-1530-29AA4CD0A2ED}"/>
          </ac:spMkLst>
        </pc:spChg>
        <pc:spChg chg="mod">
          <ac:chgData name="dtrott@udel.edu" userId="S::urn:spo:guest#dtrott@udel.edu::" providerId="AD" clId="Web-{8F1FEB49-6807-CAAA-D271-03A7627B8D23}" dt="2026-04-13T15:15:36.315" v="195" actId="20577"/>
          <ac:spMkLst>
            <pc:docMk/>
            <pc:sldMk cId="933920239" sldId="301"/>
            <ac:spMk id="6" creationId="{745F3B01-1DC8-0F1C-D183-84F4CDEEBFBA}"/>
          </ac:spMkLst>
        </pc:spChg>
      </pc:sldChg>
    </pc:docChg>
  </pc:docChgLst>
  <pc:docChgLst>
    <pc:chgData name="dtrott@udel.edu" userId="S::urn:spo:guest#dtrott@udel.edu::" providerId="AD" clId="Web-{71392240-EBB0-1FA7-CE04-9F84EBDE13FF}"/>
    <pc:docChg chg="mod addSld delSld modSld">
      <pc:chgData name="dtrott@udel.edu" userId="S::urn:spo:guest#dtrott@udel.edu::" providerId="AD" clId="Web-{71392240-EBB0-1FA7-CE04-9F84EBDE13FF}" dt="2026-04-12T21:02:37.748" v="359" actId="1076"/>
      <pc:docMkLst>
        <pc:docMk/>
      </pc:docMkLst>
      <pc:sldChg chg="addSp delSp modSp">
        <pc:chgData name="dtrott@udel.edu" userId="S::urn:spo:guest#dtrott@udel.edu::" providerId="AD" clId="Web-{71392240-EBB0-1FA7-CE04-9F84EBDE13FF}" dt="2026-04-12T20:56:28.716" v="174" actId="20577"/>
        <pc:sldMkLst>
          <pc:docMk/>
          <pc:sldMk cId="0" sldId="257"/>
        </pc:sldMkLst>
        <pc:spChg chg="del mod">
          <ac:chgData name="dtrott@udel.edu" userId="S::urn:spo:guest#dtrott@udel.edu::" providerId="AD" clId="Web-{71392240-EBB0-1FA7-CE04-9F84EBDE13FF}" dt="2026-04-12T20:52:30.596" v="89"/>
          <ac:spMkLst>
            <pc:docMk/>
            <pc:sldMk cId="0" sldId="257"/>
            <ac:spMk id="6" creationId="{A4E78F2E-12AC-5642-56E9-937CBD70384F}"/>
          </ac:spMkLst>
        </pc:spChg>
        <pc:spChg chg="add mod">
          <ac:chgData name="dtrott@udel.edu" userId="S::urn:spo:guest#dtrott@udel.edu::" providerId="AD" clId="Web-{71392240-EBB0-1FA7-CE04-9F84EBDE13FF}" dt="2026-04-12T20:56:28.716" v="174" actId="20577"/>
          <ac:spMkLst>
            <pc:docMk/>
            <pc:sldMk cId="0" sldId="257"/>
            <ac:spMk id="8" creationId="{D166B101-81E6-0927-2EB5-B482D4FA08FF}"/>
          </ac:spMkLst>
        </pc:spChg>
        <pc:spChg chg="mod">
          <ac:chgData name="dtrott@udel.edu" userId="S::urn:spo:guest#dtrott@udel.edu::" providerId="AD" clId="Web-{71392240-EBB0-1FA7-CE04-9F84EBDE13FF}" dt="2026-04-12T20:52:42.565" v="98" actId="1076"/>
          <ac:spMkLst>
            <pc:docMk/>
            <pc:sldMk cId="0" sldId="257"/>
            <ac:spMk id="63" creationId="{00000000-0000-0000-0000-000000000000}"/>
          </ac:spMkLst>
        </pc:spChg>
        <pc:spChg chg="mod">
          <ac:chgData name="dtrott@udel.edu" userId="S::urn:spo:guest#dtrott@udel.edu::" providerId="AD" clId="Web-{71392240-EBB0-1FA7-CE04-9F84EBDE13FF}" dt="2026-04-12T20:53:13.331" v="128" actId="20577"/>
          <ac:spMkLst>
            <pc:docMk/>
            <pc:sldMk cId="0" sldId="257"/>
            <ac:spMk id="64" creationId="{00000000-0000-0000-0000-000000000000}"/>
          </ac:spMkLst>
        </pc:spChg>
        <pc:picChg chg="mod">
          <ac:chgData name="dtrott@udel.edu" userId="S::urn:spo:guest#dtrott@udel.edu::" providerId="AD" clId="Web-{71392240-EBB0-1FA7-CE04-9F84EBDE13FF}" dt="2026-04-12T20:54:15.427" v="148" actId="1076"/>
          <ac:picMkLst>
            <pc:docMk/>
            <pc:sldMk cId="0" sldId="257"/>
            <ac:picMk id="3" creationId="{E4F7A18D-A4AB-A130-BE16-A7AAAEE65741}"/>
          </ac:picMkLst>
        </pc:picChg>
        <pc:picChg chg="mod">
          <ac:chgData name="dtrott@udel.edu" userId="S::urn:spo:guest#dtrott@udel.edu::" providerId="AD" clId="Web-{71392240-EBB0-1FA7-CE04-9F84EBDE13FF}" dt="2026-04-12T20:54:18.177" v="149" actId="1076"/>
          <ac:picMkLst>
            <pc:docMk/>
            <pc:sldMk cId="0" sldId="257"/>
            <ac:picMk id="4" creationId="{2D852684-4B75-7121-B0CD-3D2FFB9207E1}"/>
          </ac:picMkLst>
        </pc:picChg>
        <pc:picChg chg="add mod">
          <ac:chgData name="dtrott@udel.edu" userId="S::urn:spo:guest#dtrott@udel.edu::" providerId="AD" clId="Web-{71392240-EBB0-1FA7-CE04-9F84EBDE13FF}" dt="2026-04-12T20:52:51.346" v="109" actId="1076"/>
          <ac:picMkLst>
            <pc:docMk/>
            <pc:sldMk cId="0" sldId="257"/>
            <ac:picMk id="7" creationId="{451EA08A-7E2F-0574-BB02-BEDB23E476D7}"/>
          </ac:picMkLst>
        </pc:picChg>
      </pc:sldChg>
      <pc:sldChg chg="delSp modSp">
        <pc:chgData name="dtrott@udel.edu" userId="S::urn:spo:guest#dtrott@udel.edu::" providerId="AD" clId="Web-{71392240-EBB0-1FA7-CE04-9F84EBDE13FF}" dt="2026-04-12T20:52:02.782" v="81"/>
        <pc:sldMkLst>
          <pc:docMk/>
          <pc:sldMk cId="4083245122" sldId="270"/>
        </pc:sldMkLst>
        <pc:spChg chg="del">
          <ac:chgData name="dtrott@udel.edu" userId="S::urn:spo:guest#dtrott@udel.edu::" providerId="AD" clId="Web-{71392240-EBB0-1FA7-CE04-9F84EBDE13FF}" dt="2026-04-12T20:52:02.782" v="81"/>
          <ac:spMkLst>
            <pc:docMk/>
            <pc:sldMk cId="4083245122" sldId="270"/>
            <ac:spMk id="6" creationId="{F94306DF-7775-4DD1-EE6C-8731D9BFCE92}"/>
          </ac:spMkLst>
        </pc:spChg>
        <pc:spChg chg="del topLvl">
          <ac:chgData name="dtrott@udel.edu" userId="S::urn:spo:guest#dtrott@udel.edu::" providerId="AD" clId="Web-{71392240-EBB0-1FA7-CE04-9F84EBDE13FF}" dt="2026-04-12T20:51:58.298" v="78"/>
          <ac:spMkLst>
            <pc:docMk/>
            <pc:sldMk cId="4083245122" sldId="270"/>
            <ac:spMk id="9" creationId="{F2A9D792-6F12-2C7A-094B-974DA6561608}"/>
          </ac:spMkLst>
        </pc:spChg>
        <pc:spChg chg="mod">
          <ac:chgData name="dtrott@udel.edu" userId="S::urn:spo:guest#dtrott@udel.edu::" providerId="AD" clId="Web-{71392240-EBB0-1FA7-CE04-9F84EBDE13FF}" dt="2026-04-12T20:52:01.032" v="80" actId="1076"/>
          <ac:spMkLst>
            <pc:docMk/>
            <pc:sldMk cId="4083245122" sldId="270"/>
            <ac:spMk id="12" creationId="{469EB1C0-7A23-EB01-EE96-83D38B04E17A}"/>
          </ac:spMkLst>
        </pc:spChg>
        <pc:grpChg chg="del">
          <ac:chgData name="dtrott@udel.edu" userId="S::urn:spo:guest#dtrott@udel.edu::" providerId="AD" clId="Web-{71392240-EBB0-1FA7-CE04-9F84EBDE13FF}" dt="2026-04-12T20:51:58.298" v="78"/>
          <ac:grpSpMkLst>
            <pc:docMk/>
            <pc:sldMk cId="4083245122" sldId="270"/>
            <ac:grpSpMk id="5" creationId="{65EB87D2-4DD8-5E9F-2F2B-FFD6C904C52B}"/>
          </ac:grpSpMkLst>
        </pc:grpChg>
        <pc:grpChg chg="mod">
          <ac:chgData name="dtrott@udel.edu" userId="S::urn:spo:guest#dtrott@udel.edu::" providerId="AD" clId="Web-{71392240-EBB0-1FA7-CE04-9F84EBDE13FF}" dt="2026-04-12T20:51:55.485" v="77" actId="1076"/>
          <ac:grpSpMkLst>
            <pc:docMk/>
            <pc:sldMk cId="4083245122" sldId="270"/>
            <ac:grpSpMk id="11" creationId="{973312AD-D506-3D43-A208-D1E2ABADF56C}"/>
          </ac:grpSpMkLst>
        </pc:grpChg>
        <pc:picChg chg="del topLvl">
          <ac:chgData name="dtrott@udel.edu" userId="S::urn:spo:guest#dtrott@udel.edu::" providerId="AD" clId="Web-{71392240-EBB0-1FA7-CE04-9F84EBDE13FF}" dt="2026-04-12T20:51:58.298" v="79"/>
          <ac:picMkLst>
            <pc:docMk/>
            <pc:sldMk cId="4083245122" sldId="270"/>
            <ac:picMk id="8" creationId="{04180896-A3B1-8D26-D58C-290DF099CAE5}"/>
          </ac:picMkLst>
        </pc:picChg>
      </pc:sldChg>
      <pc:sldChg chg="del">
        <pc:chgData name="dtrott@udel.edu" userId="S::urn:spo:guest#dtrott@udel.edu::" providerId="AD" clId="Web-{71392240-EBB0-1FA7-CE04-9F84EBDE13FF}" dt="2026-04-12T20:48:00.455" v="23"/>
        <pc:sldMkLst>
          <pc:docMk/>
          <pc:sldMk cId="1361041908" sldId="271"/>
        </pc:sldMkLst>
      </pc:sldChg>
      <pc:sldChg chg="delSp modSp">
        <pc:chgData name="dtrott@udel.edu" userId="S::urn:spo:guest#dtrott@udel.edu::" providerId="AD" clId="Web-{71392240-EBB0-1FA7-CE04-9F84EBDE13FF}" dt="2026-04-12T20:50:25.982" v="68" actId="1076"/>
        <pc:sldMkLst>
          <pc:docMk/>
          <pc:sldMk cId="3501973825" sldId="272"/>
        </pc:sldMkLst>
        <pc:spChg chg="mod">
          <ac:chgData name="dtrott@udel.edu" userId="S::urn:spo:guest#dtrott@udel.edu::" providerId="AD" clId="Web-{71392240-EBB0-1FA7-CE04-9F84EBDE13FF}" dt="2026-04-12T20:50:25.982" v="68" actId="1076"/>
          <ac:spMkLst>
            <pc:docMk/>
            <pc:sldMk cId="3501973825" sldId="272"/>
            <ac:spMk id="3" creationId="{645C05E6-58FA-05CD-1CB7-B9C624F41ED5}"/>
          </ac:spMkLst>
        </pc:spChg>
        <pc:picChg chg="del">
          <ac:chgData name="dtrott@udel.edu" userId="S::urn:spo:guest#dtrott@udel.edu::" providerId="AD" clId="Web-{71392240-EBB0-1FA7-CE04-9F84EBDE13FF}" dt="2026-04-12T20:48:50.614" v="43"/>
          <ac:picMkLst>
            <pc:docMk/>
            <pc:sldMk cId="3501973825" sldId="272"/>
            <ac:picMk id="4" creationId="{77F5BF56-5360-272C-DB2D-9F7C590B88DA}"/>
          </ac:picMkLst>
        </pc:picChg>
        <pc:picChg chg="del">
          <ac:chgData name="dtrott@udel.edu" userId="S::urn:spo:guest#dtrott@udel.edu::" providerId="AD" clId="Web-{71392240-EBB0-1FA7-CE04-9F84EBDE13FF}" dt="2026-04-12T20:46:20.087" v="16"/>
          <ac:picMkLst>
            <pc:docMk/>
            <pc:sldMk cId="3501973825" sldId="272"/>
            <ac:picMk id="8" creationId="{CE320CCA-AEAD-D43A-21F3-9EF930C749DA}"/>
          </ac:picMkLst>
        </pc:picChg>
      </pc:sldChg>
      <pc:sldChg chg="addSp delSp modSp">
        <pc:chgData name="dtrott@udel.edu" userId="S::urn:spo:guest#dtrott@udel.edu::" providerId="AD" clId="Web-{71392240-EBB0-1FA7-CE04-9F84EBDE13FF}" dt="2026-04-12T20:50:44.045" v="71" actId="20577"/>
        <pc:sldMkLst>
          <pc:docMk/>
          <pc:sldMk cId="3587234819" sldId="278"/>
        </pc:sldMkLst>
        <pc:spChg chg="mod">
          <ac:chgData name="dtrott@udel.edu" userId="S::urn:spo:guest#dtrott@udel.edu::" providerId="AD" clId="Web-{71392240-EBB0-1FA7-CE04-9F84EBDE13FF}" dt="2026-04-12T20:50:44.045" v="71" actId="20577"/>
          <ac:spMkLst>
            <pc:docMk/>
            <pc:sldMk cId="3587234819" sldId="278"/>
            <ac:spMk id="3" creationId="{A2AB3ACA-1390-8076-0D4F-514E75B039B2}"/>
          </ac:spMkLst>
        </pc:spChg>
        <pc:spChg chg="add mod">
          <ac:chgData name="dtrott@udel.edu" userId="S::urn:spo:guest#dtrott@udel.edu::" providerId="AD" clId="Web-{71392240-EBB0-1FA7-CE04-9F84EBDE13FF}" dt="2026-04-12T20:45:45.975" v="12"/>
          <ac:spMkLst>
            <pc:docMk/>
            <pc:sldMk cId="3587234819" sldId="278"/>
            <ac:spMk id="8" creationId="{5646993B-BF56-A0AA-F3E6-5BCAF9B15C5C}"/>
          </ac:spMkLst>
        </pc:spChg>
        <pc:grpChg chg="add mod">
          <ac:chgData name="dtrott@udel.edu" userId="S::urn:spo:guest#dtrott@udel.edu::" providerId="AD" clId="Web-{71392240-EBB0-1FA7-CE04-9F84EBDE13FF}" dt="2026-04-12T20:45:50.741" v="14" actId="1076"/>
          <ac:grpSpMkLst>
            <pc:docMk/>
            <pc:sldMk cId="3587234819" sldId="278"/>
            <ac:grpSpMk id="10" creationId="{DC79D1F7-1B5C-84FC-5316-A230820E6C46}"/>
          </ac:grpSpMkLst>
        </pc:grpChg>
        <pc:picChg chg="add del mod">
          <ac:chgData name="dtrott@udel.edu" userId="S::urn:spo:guest#dtrott@udel.edu::" providerId="AD" clId="Web-{71392240-EBB0-1FA7-CE04-9F84EBDE13FF}" dt="2026-04-12T20:45:31.318" v="9"/>
          <ac:picMkLst>
            <pc:docMk/>
            <pc:sldMk cId="3587234819" sldId="278"/>
            <ac:picMk id="4" creationId="{12C2D65D-CFC0-26C9-4F9A-28CB3CA8D9FA}"/>
          </ac:picMkLst>
        </pc:picChg>
        <pc:picChg chg="mod modCrop">
          <ac:chgData name="dtrott@udel.edu" userId="S::urn:spo:guest#dtrott@udel.edu::" providerId="AD" clId="Web-{71392240-EBB0-1FA7-CE04-9F84EBDE13FF}" dt="2026-04-12T20:45:03.487" v="5" actId="1076"/>
          <ac:picMkLst>
            <pc:docMk/>
            <pc:sldMk cId="3587234819" sldId="278"/>
            <ac:picMk id="5" creationId="{50066780-4A5E-7CB2-B498-B779DAC12FA7}"/>
          </ac:picMkLst>
        </pc:picChg>
        <pc:picChg chg="mod">
          <ac:chgData name="dtrott@udel.edu" userId="S::urn:spo:guest#dtrott@udel.edu::" providerId="AD" clId="Web-{71392240-EBB0-1FA7-CE04-9F84EBDE13FF}" dt="2026-04-12T20:50:31.748" v="69" actId="1076"/>
          <ac:picMkLst>
            <pc:docMk/>
            <pc:sldMk cId="3587234819" sldId="278"/>
            <ac:picMk id="6" creationId="{50850AE7-B3FA-2844-0F78-2C288450579A}"/>
          </ac:picMkLst>
        </pc:picChg>
      </pc:sldChg>
      <pc:sldChg chg="modSp">
        <pc:chgData name="dtrott@udel.edu" userId="S::urn:spo:guest#dtrott@udel.edu::" providerId="AD" clId="Web-{71392240-EBB0-1FA7-CE04-9F84EBDE13FF}" dt="2026-04-12T20:51:16.218" v="72" actId="1076"/>
        <pc:sldMkLst>
          <pc:docMk/>
          <pc:sldMk cId="399071377" sldId="279"/>
        </pc:sldMkLst>
        <pc:spChg chg="mod">
          <ac:chgData name="dtrott@udel.edu" userId="S::urn:spo:guest#dtrott@udel.edu::" providerId="AD" clId="Web-{71392240-EBB0-1FA7-CE04-9F84EBDE13FF}" dt="2026-04-12T20:51:16.218" v="72" actId="1076"/>
          <ac:spMkLst>
            <pc:docMk/>
            <pc:sldMk cId="399071377" sldId="279"/>
            <ac:spMk id="5" creationId="{677EA355-0C27-BB2C-3B33-BBDBB7B93255}"/>
          </ac:spMkLst>
        </pc:spChg>
      </pc:sldChg>
      <pc:sldChg chg="modSp">
        <pc:chgData name="dtrott@udel.edu" userId="S::urn:spo:guest#dtrott@udel.edu::" providerId="AD" clId="Web-{71392240-EBB0-1FA7-CE04-9F84EBDE13FF}" dt="2026-04-12T20:58:24.971" v="200" actId="20577"/>
        <pc:sldMkLst>
          <pc:docMk/>
          <pc:sldMk cId="1681159839" sldId="280"/>
        </pc:sldMkLst>
        <pc:spChg chg="mod">
          <ac:chgData name="dtrott@udel.edu" userId="S::urn:spo:guest#dtrott@udel.edu::" providerId="AD" clId="Web-{71392240-EBB0-1FA7-CE04-9F84EBDE13FF}" dt="2026-04-12T20:58:24.971" v="200" actId="20577"/>
          <ac:spMkLst>
            <pc:docMk/>
            <pc:sldMk cId="1681159839" sldId="280"/>
            <ac:spMk id="9" creationId="{D142AD72-28A1-7BD4-A9D2-657331C2126F}"/>
          </ac:spMkLst>
        </pc:spChg>
        <pc:spChg chg="mod">
          <ac:chgData name="dtrott@udel.edu" userId="S::urn:spo:guest#dtrott@udel.edu::" providerId="AD" clId="Web-{71392240-EBB0-1FA7-CE04-9F84EBDE13FF}" dt="2026-04-12T20:44:37.626" v="0" actId="1076"/>
          <ac:spMkLst>
            <pc:docMk/>
            <pc:sldMk cId="1681159839" sldId="280"/>
            <ac:spMk id="13" creationId="{927D37FD-CE0D-F70D-A2BB-C48366EF394E}"/>
          </ac:spMkLst>
        </pc:spChg>
        <pc:spChg chg="mod">
          <ac:chgData name="dtrott@udel.edu" userId="S::urn:spo:guest#dtrott@udel.edu::" providerId="AD" clId="Web-{71392240-EBB0-1FA7-CE04-9F84EBDE13FF}" dt="2026-04-12T20:44:37.642" v="1" actId="1076"/>
          <ac:spMkLst>
            <pc:docMk/>
            <pc:sldMk cId="1681159839" sldId="280"/>
            <ac:spMk id="15" creationId="{FED81A7A-40E8-A1B8-902F-81EC60D436C4}"/>
          </ac:spMkLst>
        </pc:spChg>
      </pc:sldChg>
      <pc:sldChg chg="modSp">
        <pc:chgData name="dtrott@udel.edu" userId="S::urn:spo:guest#dtrott@udel.edu::" providerId="AD" clId="Web-{71392240-EBB0-1FA7-CE04-9F84EBDE13FF}" dt="2026-04-12T21:02:16.715" v="358" actId="20577"/>
        <pc:sldMkLst>
          <pc:docMk/>
          <pc:sldMk cId="3703292346" sldId="282"/>
        </pc:sldMkLst>
        <pc:spChg chg="mod">
          <ac:chgData name="dtrott@udel.edu" userId="S::urn:spo:guest#dtrott@udel.edu::" providerId="AD" clId="Web-{71392240-EBB0-1FA7-CE04-9F84EBDE13FF}" dt="2026-04-12T21:01:12.867" v="305" actId="20577"/>
          <ac:spMkLst>
            <pc:docMk/>
            <pc:sldMk cId="3703292346" sldId="282"/>
            <ac:spMk id="10" creationId="{FE0D0D2C-0B04-1FBB-D251-8E252D5D41B7}"/>
          </ac:spMkLst>
        </pc:spChg>
        <pc:spChg chg="mod">
          <ac:chgData name="dtrott@udel.edu" userId="S::urn:spo:guest#dtrott@udel.edu::" providerId="AD" clId="Web-{71392240-EBB0-1FA7-CE04-9F84EBDE13FF}" dt="2026-04-12T21:02:16.715" v="358" actId="20577"/>
          <ac:spMkLst>
            <pc:docMk/>
            <pc:sldMk cId="3703292346" sldId="282"/>
            <ac:spMk id="11" creationId="{127C2DBA-C48C-5CF2-8ABA-79A770280598}"/>
          </ac:spMkLst>
        </pc:spChg>
        <pc:picChg chg="mod">
          <ac:chgData name="dtrott@udel.edu" userId="S::urn:spo:guest#dtrott@udel.edu::" providerId="AD" clId="Web-{71392240-EBB0-1FA7-CE04-9F84EBDE13FF}" dt="2026-04-12T20:58:10.047" v="194" actId="1076"/>
          <ac:picMkLst>
            <pc:docMk/>
            <pc:sldMk cId="3703292346" sldId="282"/>
            <ac:picMk id="15" creationId="{4164F623-ED1F-A051-419B-6918E19F7FE5}"/>
          </ac:picMkLst>
        </pc:picChg>
      </pc:sldChg>
      <pc:sldChg chg="modSp">
        <pc:chgData name="dtrott@udel.edu" userId="S::urn:spo:guest#dtrott@udel.edu::" providerId="AD" clId="Web-{71392240-EBB0-1FA7-CE04-9F84EBDE13FF}" dt="2026-04-12T20:58:07.124" v="193" actId="1076"/>
        <pc:sldMkLst>
          <pc:docMk/>
          <pc:sldMk cId="1345906062" sldId="283"/>
        </pc:sldMkLst>
        <pc:spChg chg="mod">
          <ac:chgData name="dtrott@udel.edu" userId="S::urn:spo:guest#dtrott@udel.edu::" providerId="AD" clId="Web-{71392240-EBB0-1FA7-CE04-9F84EBDE13FF}" dt="2026-04-12T20:58:07.124" v="193" actId="1076"/>
          <ac:spMkLst>
            <pc:docMk/>
            <pc:sldMk cId="1345906062" sldId="283"/>
            <ac:spMk id="2" creationId="{F5E3AC81-AD9A-A712-8F4F-B21A3A3E9C64}"/>
          </ac:spMkLst>
        </pc:spChg>
        <pc:spChg chg="mod">
          <ac:chgData name="dtrott@udel.edu" userId="S::urn:spo:guest#dtrott@udel.edu::" providerId="AD" clId="Web-{71392240-EBB0-1FA7-CE04-9F84EBDE13FF}" dt="2026-04-12T20:57:07.224" v="192" actId="1076"/>
          <ac:spMkLst>
            <pc:docMk/>
            <pc:sldMk cId="1345906062" sldId="283"/>
            <ac:spMk id="7" creationId="{6E69895F-9A0D-BE95-7033-2E1E74D8300B}"/>
          </ac:spMkLst>
        </pc:spChg>
        <pc:picChg chg="mod">
          <ac:chgData name="dtrott@udel.edu" userId="S::urn:spo:guest#dtrott@udel.edu::" providerId="AD" clId="Web-{71392240-EBB0-1FA7-CE04-9F84EBDE13FF}" dt="2026-04-12T20:57:04.536" v="191" actId="1076"/>
          <ac:picMkLst>
            <pc:docMk/>
            <pc:sldMk cId="1345906062" sldId="283"/>
            <ac:picMk id="6" creationId="{ADE0D8DC-DC63-DC78-EE5B-03F203EC848A}"/>
          </ac:picMkLst>
        </pc:picChg>
      </pc:sldChg>
      <pc:sldChg chg="modSp">
        <pc:chgData name="dtrott@udel.edu" userId="S::urn:spo:guest#dtrott@udel.edu::" providerId="AD" clId="Web-{71392240-EBB0-1FA7-CE04-9F84EBDE13FF}" dt="2026-04-12T21:02:37.748" v="359" actId="1076"/>
        <pc:sldMkLst>
          <pc:docMk/>
          <pc:sldMk cId="3801873994" sldId="290"/>
        </pc:sldMkLst>
        <pc:picChg chg="mod">
          <ac:chgData name="dtrott@udel.edu" userId="S::urn:spo:guest#dtrott@udel.edu::" providerId="AD" clId="Web-{71392240-EBB0-1FA7-CE04-9F84EBDE13FF}" dt="2026-04-12T21:02:37.748" v="359" actId="1076"/>
          <ac:picMkLst>
            <pc:docMk/>
            <pc:sldMk cId="3801873994" sldId="290"/>
            <ac:picMk id="4" creationId="{783A73A8-F0A3-0EE6-8BDC-E4494808278A}"/>
          </ac:picMkLst>
        </pc:picChg>
      </pc:sldChg>
      <pc:sldChg chg="addSp delSp modSp new">
        <pc:chgData name="dtrott@udel.edu" userId="S::urn:spo:guest#dtrott@udel.edu::" providerId="AD" clId="Web-{71392240-EBB0-1FA7-CE04-9F84EBDE13FF}" dt="2026-04-12T20:48:24.597" v="40" actId="20577"/>
        <pc:sldMkLst>
          <pc:docMk/>
          <pc:sldMk cId="2659687175" sldId="295"/>
        </pc:sldMkLst>
        <pc:spChg chg="mod">
          <ac:chgData name="dtrott@udel.edu" userId="S::urn:spo:guest#dtrott@udel.edu::" providerId="AD" clId="Web-{71392240-EBB0-1FA7-CE04-9F84EBDE13FF}" dt="2026-04-12T20:48:24.597" v="40" actId="20577"/>
          <ac:spMkLst>
            <pc:docMk/>
            <pc:sldMk cId="2659687175" sldId="295"/>
            <ac:spMk id="2" creationId="{98ACFB42-A0FB-4D9C-B545-B873FE511868}"/>
          </ac:spMkLst>
        </pc:spChg>
        <pc:spChg chg="del">
          <ac:chgData name="dtrott@udel.edu" userId="S::urn:spo:guest#dtrott@udel.edu::" providerId="AD" clId="Web-{71392240-EBB0-1FA7-CE04-9F84EBDE13FF}" dt="2026-04-12T20:48:06.580" v="25"/>
          <ac:spMkLst>
            <pc:docMk/>
            <pc:sldMk cId="2659687175" sldId="295"/>
            <ac:spMk id="3" creationId="{DFF94CC6-6031-3814-0B6A-557DAB64DE08}"/>
          </ac:spMkLst>
        </pc:spChg>
        <pc:picChg chg="add mod">
          <ac:chgData name="dtrott@udel.edu" userId="S::urn:spo:guest#dtrott@udel.edu::" providerId="AD" clId="Web-{71392240-EBB0-1FA7-CE04-9F84EBDE13FF}" dt="2026-04-12T20:48:10.205" v="27" actId="1076"/>
          <ac:picMkLst>
            <pc:docMk/>
            <pc:sldMk cId="2659687175" sldId="295"/>
            <ac:picMk id="4" creationId="{3FAAB104-91D0-73F0-6B5F-7CE345C9A6EB}"/>
          </ac:picMkLst>
        </pc:picChg>
      </pc:sldChg>
      <pc:sldChg chg="addSp modSp new">
        <pc:chgData name="dtrott@udel.edu" userId="S::urn:spo:guest#dtrott@udel.edu::" providerId="AD" clId="Web-{71392240-EBB0-1FA7-CE04-9F84EBDE13FF}" dt="2026-04-12T20:49:20.974" v="54" actId="20577"/>
        <pc:sldMkLst>
          <pc:docMk/>
          <pc:sldMk cId="2469445992" sldId="296"/>
        </pc:sldMkLst>
        <pc:spChg chg="mod">
          <ac:chgData name="dtrott@udel.edu" userId="S::urn:spo:guest#dtrott@udel.edu::" providerId="AD" clId="Web-{71392240-EBB0-1FA7-CE04-9F84EBDE13FF}" dt="2026-04-12T20:49:20.974" v="54" actId="20577"/>
          <ac:spMkLst>
            <pc:docMk/>
            <pc:sldMk cId="2469445992" sldId="296"/>
            <ac:spMk id="3" creationId="{451E6D4B-A476-EB49-9E68-EB5F5C74552F}"/>
          </ac:spMkLst>
        </pc:spChg>
        <pc:picChg chg="add mod">
          <ac:chgData name="dtrott@udel.edu" userId="S::urn:spo:guest#dtrott@udel.edu::" providerId="AD" clId="Web-{71392240-EBB0-1FA7-CE04-9F84EBDE13FF}" dt="2026-04-12T20:49:13.990" v="53" actId="1076"/>
          <ac:picMkLst>
            <pc:docMk/>
            <pc:sldMk cId="2469445992" sldId="296"/>
            <ac:picMk id="4" creationId="{EE993F5D-5FD1-20DD-B795-54523A373A24}"/>
          </ac:picMkLst>
        </pc:picChg>
      </pc:sldChg>
    </pc:docChg>
  </pc:docChgLst>
  <pc:docChgLst>
    <pc:chgData name="dtrott@udel.edu" userId="S::urn:spo:guest#dtrott@udel.edu::" providerId="AD" clId="Web-{E3DB0C95-7CF0-013D-7F3D-43EC9C5411AA}"/>
    <pc:docChg chg="addSld modSld">
      <pc:chgData name="dtrott@udel.edu" userId="S::urn:spo:guest#dtrott@udel.edu::" providerId="AD" clId="Web-{E3DB0C95-7CF0-013D-7F3D-43EC9C5411AA}" dt="2026-04-09T19:38:23.651" v="70" actId="20577"/>
      <pc:docMkLst>
        <pc:docMk/>
      </pc:docMkLst>
      <pc:sldChg chg="modSp">
        <pc:chgData name="dtrott@udel.edu" userId="S::urn:spo:guest#dtrott@udel.edu::" providerId="AD" clId="Web-{E3DB0C95-7CF0-013D-7F3D-43EC9C5411AA}" dt="2026-04-09T19:37:59.573" v="33" actId="20577"/>
        <pc:sldMkLst>
          <pc:docMk/>
          <pc:sldMk cId="1424295582" sldId="273"/>
        </pc:sldMkLst>
        <pc:spChg chg="mod">
          <ac:chgData name="dtrott@udel.edu" userId="S::urn:spo:guest#dtrott@udel.edu::" providerId="AD" clId="Web-{E3DB0C95-7CF0-013D-7F3D-43EC9C5411AA}" dt="2026-04-09T19:37:59.573" v="33" actId="20577"/>
          <ac:spMkLst>
            <pc:docMk/>
            <pc:sldMk cId="1424295582" sldId="273"/>
            <ac:spMk id="3" creationId="{CF02311D-AF4F-990B-B869-94A13EE594D5}"/>
          </ac:spMkLst>
        </pc:spChg>
      </pc:sldChg>
      <pc:sldChg chg="modSp new">
        <pc:chgData name="dtrott@udel.edu" userId="S::urn:spo:guest#dtrott@udel.edu::" providerId="AD" clId="Web-{E3DB0C95-7CF0-013D-7F3D-43EC9C5411AA}" dt="2026-04-09T19:38:23.651" v="70" actId="20577"/>
        <pc:sldMkLst>
          <pc:docMk/>
          <pc:sldMk cId="4241033836" sldId="281"/>
        </pc:sldMkLst>
        <pc:spChg chg="mod">
          <ac:chgData name="dtrott@udel.edu" userId="S::urn:spo:guest#dtrott@udel.edu::" providerId="AD" clId="Web-{E3DB0C95-7CF0-013D-7F3D-43EC9C5411AA}" dt="2026-04-09T19:38:23.651" v="70" actId="20577"/>
          <ac:spMkLst>
            <pc:docMk/>
            <pc:sldMk cId="4241033836" sldId="281"/>
            <ac:spMk id="2" creationId="{29B5B84B-9AFE-F4A3-156F-E8F2F7DA2601}"/>
          </ac:spMkLst>
        </pc:spChg>
      </pc:sldChg>
    </pc:docChg>
  </pc:docChgLst>
  <pc:docChgLst>
    <pc:chgData name="kalyanik@udel.edu" userId="S::urn:spo:guest#kalyanik@udel.edu::" providerId="AD" clId="Web-{3156FD45-00D6-A698-7291-F6C4988E5726}"/>
    <pc:docChg chg="addSld delSld modSld sldOrd">
      <pc:chgData name="kalyanik@udel.edu" userId="S::urn:spo:guest#kalyanik@udel.edu::" providerId="AD" clId="Web-{3156FD45-00D6-A698-7291-F6C4988E5726}" dt="2026-04-10T00:04:00.033" v="1064" actId="20577"/>
      <pc:docMkLst>
        <pc:docMk/>
      </pc:docMkLst>
      <pc:sldChg chg="addSp delSp modSp">
        <pc:chgData name="kalyanik@udel.edu" userId="S::urn:spo:guest#kalyanik@udel.edu::" providerId="AD" clId="Web-{3156FD45-00D6-A698-7291-F6C4988E5726}" dt="2026-04-09T22:38:12.802" v="50" actId="1076"/>
        <pc:sldMkLst>
          <pc:docMk/>
          <pc:sldMk cId="0" sldId="257"/>
        </pc:sldMkLst>
        <pc:spChg chg="mod">
          <ac:chgData name="kalyanik@udel.edu" userId="S::urn:spo:guest#kalyanik@udel.edu::" providerId="AD" clId="Web-{3156FD45-00D6-A698-7291-F6C4988E5726}" dt="2026-04-09T22:37:16.550" v="37" actId="1076"/>
          <ac:spMkLst>
            <pc:docMk/>
            <pc:sldMk cId="0" sldId="257"/>
            <ac:spMk id="63" creationId="{00000000-0000-0000-0000-000000000000}"/>
          </ac:spMkLst>
        </pc:spChg>
        <pc:spChg chg="mod">
          <ac:chgData name="kalyanik@udel.edu" userId="S::urn:spo:guest#kalyanik@udel.edu::" providerId="AD" clId="Web-{3156FD45-00D6-A698-7291-F6C4988E5726}" dt="2026-04-09T22:38:12.802" v="50" actId="1076"/>
          <ac:spMkLst>
            <pc:docMk/>
            <pc:sldMk cId="0" sldId="257"/>
            <ac:spMk id="64" creationId="{00000000-0000-0000-0000-000000000000}"/>
          </ac:spMkLst>
        </pc:spChg>
        <pc:picChg chg="mod">
          <ac:chgData name="kalyanik@udel.edu" userId="S::urn:spo:guest#kalyanik@udel.edu::" providerId="AD" clId="Web-{3156FD45-00D6-A698-7291-F6C4988E5726}" dt="2026-04-09T22:37:23.988" v="40" actId="1076"/>
          <ac:picMkLst>
            <pc:docMk/>
            <pc:sldMk cId="0" sldId="257"/>
            <ac:picMk id="3" creationId="{E4F7A18D-A4AB-A130-BE16-A7AAAEE65741}"/>
          </ac:picMkLst>
        </pc:picChg>
        <pc:picChg chg="mod">
          <ac:chgData name="kalyanik@udel.edu" userId="S::urn:spo:guest#kalyanik@udel.edu::" providerId="AD" clId="Web-{3156FD45-00D6-A698-7291-F6C4988E5726}" dt="2026-04-09T22:37:27.332" v="41" actId="1076"/>
          <ac:picMkLst>
            <pc:docMk/>
            <pc:sldMk cId="0" sldId="257"/>
            <ac:picMk id="4" creationId="{2D852684-4B75-7121-B0CD-3D2FFB9207E1}"/>
          </ac:picMkLst>
        </pc:picChg>
        <pc:picChg chg="mod">
          <ac:chgData name="kalyanik@udel.edu" userId="S::urn:spo:guest#kalyanik@udel.edu::" providerId="AD" clId="Web-{3156FD45-00D6-A698-7291-F6C4988E5726}" dt="2026-04-09T22:37:21.769" v="39" actId="1076"/>
          <ac:picMkLst>
            <pc:docMk/>
            <pc:sldMk cId="0" sldId="257"/>
            <ac:picMk id="5" creationId="{FBF0A093-1DAF-17A8-E43C-B8709374AF38}"/>
          </ac:picMkLst>
        </pc:picChg>
      </pc:sldChg>
      <pc:sldChg chg="modSp">
        <pc:chgData name="kalyanik@udel.edu" userId="S::urn:spo:guest#kalyanik@udel.edu::" providerId="AD" clId="Web-{3156FD45-00D6-A698-7291-F6C4988E5726}" dt="2026-04-10T00:04:00.033" v="1064" actId="20577"/>
        <pc:sldMkLst>
          <pc:docMk/>
          <pc:sldMk cId="1424295582" sldId="273"/>
        </pc:sldMkLst>
        <pc:spChg chg="mod">
          <ac:chgData name="kalyanik@udel.edu" userId="S::urn:spo:guest#kalyanik@udel.edu::" providerId="AD" clId="Web-{3156FD45-00D6-A698-7291-F6C4988E5726}" dt="2026-04-10T00:04:00.033" v="1064" actId="20577"/>
          <ac:spMkLst>
            <pc:docMk/>
            <pc:sldMk cId="1424295582" sldId="273"/>
            <ac:spMk id="3" creationId="{CF02311D-AF4F-990B-B869-94A13EE594D5}"/>
          </ac:spMkLst>
        </pc:spChg>
      </pc:sldChg>
      <pc:sldChg chg="ord">
        <pc:chgData name="kalyanik@udel.edu" userId="S::urn:spo:guest#kalyanik@udel.edu::" providerId="AD" clId="Web-{3156FD45-00D6-A698-7291-F6C4988E5726}" dt="2026-04-09T22:46:30.124" v="208"/>
        <pc:sldMkLst>
          <pc:docMk/>
          <pc:sldMk cId="247730646" sldId="274"/>
        </pc:sldMkLst>
      </pc:sldChg>
      <pc:sldChg chg="addSp delSp modSp ord">
        <pc:chgData name="kalyanik@udel.edu" userId="S::urn:spo:guest#kalyanik@udel.edu::" providerId="AD" clId="Web-{3156FD45-00D6-A698-7291-F6C4988E5726}" dt="2026-04-09T22:45:48.093" v="201"/>
        <pc:sldMkLst>
          <pc:docMk/>
          <pc:sldMk cId="1975062677" sldId="275"/>
        </pc:sldMkLst>
        <pc:spChg chg="add del">
          <ac:chgData name="kalyanik@udel.edu" userId="S::urn:spo:guest#kalyanik@udel.edu::" providerId="AD" clId="Web-{3156FD45-00D6-A698-7291-F6C4988E5726}" dt="2026-04-09T22:45:48.093" v="201"/>
          <ac:spMkLst>
            <pc:docMk/>
            <pc:sldMk cId="1975062677" sldId="275"/>
            <ac:spMk id="2" creationId="{D2D7D6B1-8649-C2A5-581F-243E439DF436}"/>
          </ac:spMkLst>
        </pc:spChg>
      </pc:sldChg>
      <pc:sldChg chg="addSp modSp">
        <pc:chgData name="kalyanik@udel.edu" userId="S::urn:spo:guest#kalyanik@udel.edu::" providerId="AD" clId="Web-{3156FD45-00D6-A698-7291-F6C4988E5726}" dt="2026-04-09T23:44:29.181" v="1037" actId="1076"/>
        <pc:sldMkLst>
          <pc:docMk/>
          <pc:sldMk cId="399071377" sldId="279"/>
        </pc:sldMkLst>
        <pc:spChg chg="mod">
          <ac:chgData name="kalyanik@udel.edu" userId="S::urn:spo:guest#kalyanik@udel.edu::" providerId="AD" clId="Web-{3156FD45-00D6-A698-7291-F6C4988E5726}" dt="2026-04-09T23:34:21.340" v="982" actId="20577"/>
          <ac:spMkLst>
            <pc:docMk/>
            <pc:sldMk cId="399071377" sldId="279"/>
            <ac:spMk id="2" creationId="{85DC5B42-CC98-16D5-970C-AC28159C4E37}"/>
          </ac:spMkLst>
        </pc:spChg>
        <pc:picChg chg="mod">
          <ac:chgData name="kalyanik@udel.edu" userId="S::urn:spo:guest#kalyanik@udel.edu::" providerId="AD" clId="Web-{3156FD45-00D6-A698-7291-F6C4988E5726}" dt="2026-04-09T23:23:28.134" v="631" actId="1076"/>
          <ac:picMkLst>
            <pc:docMk/>
            <pc:sldMk cId="399071377" sldId="279"/>
            <ac:picMk id="4" creationId="{E2F8380A-A05E-C0FD-326B-74A2B80E338F}"/>
          </ac:picMkLst>
        </pc:picChg>
      </pc:sldChg>
      <pc:sldChg chg="delSp">
        <pc:chgData name="kalyanik@udel.edu" userId="S::urn:spo:guest#kalyanik@udel.edu::" providerId="AD" clId="Web-{3156FD45-00D6-A698-7291-F6C4988E5726}" dt="2026-04-09T22:38:32.959" v="54"/>
        <pc:sldMkLst>
          <pc:docMk/>
          <pc:sldMk cId="1681159839" sldId="280"/>
        </pc:sldMkLst>
      </pc:sldChg>
      <pc:sldChg chg="addSp delSp modSp ord">
        <pc:chgData name="kalyanik@udel.edu" userId="S::urn:spo:guest#kalyanik@udel.edu::" providerId="AD" clId="Web-{3156FD45-00D6-A698-7291-F6C4988E5726}" dt="2026-04-10T00:02:53.968" v="1057" actId="20577"/>
        <pc:sldMkLst>
          <pc:docMk/>
          <pc:sldMk cId="4241033836" sldId="281"/>
        </pc:sldMkLst>
        <pc:spChg chg="mod">
          <ac:chgData name="kalyanik@udel.edu" userId="S::urn:spo:guest#kalyanik@udel.edu::" providerId="AD" clId="Web-{3156FD45-00D6-A698-7291-F6C4988E5726}" dt="2026-04-09T23:22:28.425" v="624" actId="1076"/>
          <ac:spMkLst>
            <pc:docMk/>
            <pc:sldMk cId="4241033836" sldId="281"/>
            <ac:spMk id="2" creationId="{29B5B84B-9AFE-F4A3-156F-E8F2F7DA2601}"/>
          </ac:spMkLst>
        </pc:spChg>
        <pc:spChg chg="add mod">
          <ac:chgData name="kalyanik@udel.edu" userId="S::urn:spo:guest#kalyanik@udel.edu::" providerId="AD" clId="Web-{3156FD45-00D6-A698-7291-F6C4988E5726}" dt="2026-04-10T00:02:53.968" v="1057" actId="20577"/>
          <ac:spMkLst>
            <pc:docMk/>
            <pc:sldMk cId="4241033836" sldId="281"/>
            <ac:spMk id="4" creationId="{43CA5566-0A23-64FA-04E0-5F2799280E3C}"/>
          </ac:spMkLst>
        </pc:spChg>
        <pc:spChg chg="add mod">
          <ac:chgData name="kalyanik@udel.edu" userId="S::urn:spo:guest#kalyanik@udel.edu::" providerId="AD" clId="Web-{3156FD45-00D6-A698-7291-F6C4988E5726}" dt="2026-04-09T23:22:17.800" v="622" actId="20577"/>
          <ac:spMkLst>
            <pc:docMk/>
            <pc:sldMk cId="4241033836" sldId="281"/>
            <ac:spMk id="5" creationId="{76C3C8D5-4626-2F15-BC83-C63162636B4F}"/>
          </ac:spMkLst>
        </pc:spChg>
        <pc:picChg chg="add mod">
          <ac:chgData name="kalyanik@udel.edu" userId="S::urn:spo:guest#kalyanik@udel.edu::" providerId="AD" clId="Web-{3156FD45-00D6-A698-7291-F6C4988E5726}" dt="2026-04-09T23:22:24.722" v="623" actId="1076"/>
          <ac:picMkLst>
            <pc:docMk/>
            <pc:sldMk cId="4241033836" sldId="281"/>
            <ac:picMk id="8" creationId="{1F1AA11B-7D9C-A3FB-05B5-040AC52FE88E}"/>
          </ac:picMkLst>
        </pc:picChg>
      </pc:sldChg>
      <pc:sldChg chg="addSp delSp modSp">
        <pc:chgData name="kalyanik@udel.edu" userId="S::urn:spo:guest#kalyanik@udel.edu::" providerId="AD" clId="Web-{3156FD45-00D6-A698-7291-F6C4988E5726}" dt="2026-04-09T22:46:08.187" v="207" actId="20577"/>
        <pc:sldMkLst>
          <pc:docMk/>
          <pc:sldMk cId="3703292346" sldId="282"/>
        </pc:sldMkLst>
        <pc:spChg chg="mod">
          <ac:chgData name="kalyanik@udel.edu" userId="S::urn:spo:guest#kalyanik@udel.edu::" providerId="AD" clId="Web-{3156FD45-00D6-A698-7291-F6C4988E5726}" dt="2026-04-09T22:41:20.291" v="90" actId="1076"/>
          <ac:spMkLst>
            <pc:docMk/>
            <pc:sldMk cId="3703292346" sldId="282"/>
            <ac:spMk id="2" creationId="{8BB27807-C6D6-8AEA-BE1A-202D8D4D6A10}"/>
          </ac:spMkLst>
        </pc:spChg>
        <pc:spChg chg="mod">
          <ac:chgData name="kalyanik@udel.edu" userId="S::urn:spo:guest#kalyanik@udel.edu::" providerId="AD" clId="Web-{3156FD45-00D6-A698-7291-F6C4988E5726}" dt="2026-04-09T22:43:35.512" v="142" actId="1076"/>
          <ac:spMkLst>
            <pc:docMk/>
            <pc:sldMk cId="3703292346" sldId="282"/>
            <ac:spMk id="10" creationId="{FE0D0D2C-0B04-1FBB-D251-8E252D5D41B7}"/>
          </ac:spMkLst>
        </pc:spChg>
        <pc:spChg chg="add mod">
          <ac:chgData name="kalyanik@udel.edu" userId="S::urn:spo:guest#kalyanik@udel.edu::" providerId="AD" clId="Web-{3156FD45-00D6-A698-7291-F6C4988E5726}" dt="2026-04-09T22:46:08.187" v="207" actId="20577"/>
          <ac:spMkLst>
            <pc:docMk/>
            <pc:sldMk cId="3703292346" sldId="282"/>
            <ac:spMk id="11" creationId="{127C2DBA-C48C-5CF2-8ABA-79A770280598}"/>
          </ac:spMkLst>
        </pc:spChg>
        <pc:picChg chg="mod">
          <ac:chgData name="kalyanik@udel.edu" userId="S::urn:spo:guest#kalyanik@udel.edu::" providerId="AD" clId="Web-{3156FD45-00D6-A698-7291-F6C4988E5726}" dt="2026-04-09T22:43:32.044" v="141" actId="1076"/>
          <ac:picMkLst>
            <pc:docMk/>
            <pc:sldMk cId="3703292346" sldId="282"/>
            <ac:picMk id="15" creationId="{4164F623-ED1F-A051-419B-6918E19F7FE5}"/>
          </ac:picMkLst>
        </pc:picChg>
      </pc:sldChg>
      <pc:sldChg chg="addSp delSp modSp new">
        <pc:chgData name="kalyanik@udel.edu" userId="S::urn:spo:guest#kalyanik@udel.edu::" providerId="AD" clId="Web-{3156FD45-00D6-A698-7291-F6C4988E5726}" dt="2026-04-09T22:43:16.965" v="138" actId="20577"/>
        <pc:sldMkLst>
          <pc:docMk/>
          <pc:sldMk cId="1345906062" sldId="283"/>
        </pc:sldMkLst>
        <pc:spChg chg="mod">
          <ac:chgData name="kalyanik@udel.edu" userId="S::urn:spo:guest#kalyanik@udel.edu::" providerId="AD" clId="Web-{3156FD45-00D6-A698-7291-F6C4988E5726}" dt="2026-04-09T22:41:35.729" v="98" actId="20577"/>
          <ac:spMkLst>
            <pc:docMk/>
            <pc:sldMk cId="1345906062" sldId="283"/>
            <ac:spMk id="2" creationId="{F5E3AC81-AD9A-A712-8F4F-B21A3A3E9C64}"/>
          </ac:spMkLst>
        </pc:spChg>
        <pc:spChg chg="add mod">
          <ac:chgData name="kalyanik@udel.edu" userId="S::urn:spo:guest#kalyanik@udel.edu::" providerId="AD" clId="Web-{3156FD45-00D6-A698-7291-F6C4988E5726}" dt="2026-04-09T22:42:22.339" v="111" actId="20577"/>
          <ac:spMkLst>
            <pc:docMk/>
            <pc:sldMk cId="1345906062" sldId="283"/>
            <ac:spMk id="5" creationId="{8809C853-6508-EBB4-DF42-18353E057B2A}"/>
          </ac:spMkLst>
        </pc:spChg>
        <pc:spChg chg="add mod">
          <ac:chgData name="kalyanik@udel.edu" userId="S::urn:spo:guest#kalyanik@udel.edu::" providerId="AD" clId="Web-{3156FD45-00D6-A698-7291-F6C4988E5726}" dt="2026-04-09T22:42:01.370" v="106" actId="14100"/>
          <ac:spMkLst>
            <pc:docMk/>
            <pc:sldMk cId="1345906062" sldId="283"/>
            <ac:spMk id="7" creationId="{6E69895F-9A0D-BE95-7033-2E1E74D8300B}"/>
          </ac:spMkLst>
        </pc:spChg>
        <pc:spChg chg="add mod">
          <ac:chgData name="kalyanik@udel.edu" userId="S::urn:spo:guest#kalyanik@udel.edu::" providerId="AD" clId="Web-{3156FD45-00D6-A698-7291-F6C4988E5726}" dt="2026-04-09T22:43:16.965" v="138" actId="20577"/>
          <ac:spMkLst>
            <pc:docMk/>
            <pc:sldMk cId="1345906062" sldId="283"/>
            <ac:spMk id="8" creationId="{B2EA9160-621C-B486-E9F4-5DABEF27764F}"/>
          </ac:spMkLst>
        </pc:spChg>
        <pc:picChg chg="add mod">
          <ac:chgData name="kalyanik@udel.edu" userId="S::urn:spo:guest#kalyanik@udel.edu::" providerId="AD" clId="Web-{3156FD45-00D6-A698-7291-F6C4988E5726}" dt="2026-04-09T22:42:29.152" v="113" actId="14100"/>
          <ac:picMkLst>
            <pc:docMk/>
            <pc:sldMk cId="1345906062" sldId="283"/>
            <ac:picMk id="6" creationId="{ADE0D8DC-DC63-DC78-EE5B-03F203EC848A}"/>
          </ac:picMkLst>
        </pc:picChg>
      </pc:sldChg>
      <pc:sldChg chg="addSp delSp modSp new ord">
        <pc:chgData name="kalyanik@udel.edu" userId="S::urn:spo:guest#kalyanik@udel.edu::" providerId="AD" clId="Web-{3156FD45-00D6-A698-7291-F6C4988E5726}" dt="2026-04-09T23:07:28.287" v="574" actId="1076"/>
        <pc:sldMkLst>
          <pc:docMk/>
          <pc:sldMk cId="1996385221" sldId="284"/>
        </pc:sldMkLst>
        <pc:spChg chg="add mod">
          <ac:chgData name="kalyanik@udel.edu" userId="S::urn:spo:guest#kalyanik@udel.edu::" providerId="AD" clId="Web-{3156FD45-00D6-A698-7291-F6C4988E5726}" dt="2026-04-09T23:07:18.865" v="573" actId="20577"/>
          <ac:spMkLst>
            <pc:docMk/>
            <pc:sldMk cId="1996385221" sldId="284"/>
            <ac:spMk id="15" creationId="{DC26950F-32F0-E9CE-B073-D3848EC7B54F}"/>
          </ac:spMkLst>
        </pc:spChg>
        <pc:spChg chg="add mod">
          <ac:chgData name="kalyanik@udel.edu" userId="S::urn:spo:guest#kalyanik@udel.edu::" providerId="AD" clId="Web-{3156FD45-00D6-A698-7291-F6C4988E5726}" dt="2026-04-09T23:07:28.287" v="574" actId="1076"/>
          <ac:spMkLst>
            <pc:docMk/>
            <pc:sldMk cId="1996385221" sldId="284"/>
            <ac:spMk id="18" creationId="{9C887BCF-79B6-095D-4E6E-F87517BD9E9D}"/>
          </ac:spMkLst>
        </pc:spChg>
        <pc:spChg chg="add mod">
          <ac:chgData name="kalyanik@udel.edu" userId="S::urn:spo:guest#kalyanik@udel.edu::" providerId="AD" clId="Web-{3156FD45-00D6-A698-7291-F6C4988E5726}" dt="2026-04-09T23:00:27.983" v="443" actId="1076"/>
          <ac:spMkLst>
            <pc:docMk/>
            <pc:sldMk cId="1996385221" sldId="284"/>
            <ac:spMk id="19" creationId="{C3560DC6-DF02-FBA2-3853-A7C73E1505A7}"/>
          </ac:spMkLst>
        </pc:spChg>
        <pc:picChg chg="add mod">
          <ac:chgData name="kalyanik@udel.edu" userId="S::urn:spo:guest#kalyanik@udel.edu::" providerId="AD" clId="Web-{3156FD45-00D6-A698-7291-F6C4988E5726}" dt="2026-04-09T22:55:51.504" v="320" actId="1076"/>
          <ac:picMkLst>
            <pc:docMk/>
            <pc:sldMk cId="1996385221" sldId="284"/>
            <ac:picMk id="11" creationId="{01FB5B04-667D-6D86-6771-53894946E1F1}"/>
          </ac:picMkLst>
        </pc:picChg>
        <pc:picChg chg="add mod modCrop">
          <ac:chgData name="kalyanik@udel.edu" userId="S::urn:spo:guest#kalyanik@udel.edu::" providerId="AD" clId="Web-{3156FD45-00D6-A698-7291-F6C4988E5726}" dt="2026-04-09T23:01:04.375" v="449"/>
          <ac:picMkLst>
            <pc:docMk/>
            <pc:sldMk cId="1996385221" sldId="284"/>
            <ac:picMk id="16" creationId="{17ACF9A1-5897-7EB7-F410-409DB7AAB6A3}"/>
          </ac:picMkLst>
        </pc:picChg>
      </pc:sldChg>
    </pc:docChg>
  </pc:docChgLst>
  <pc:docChgLst>
    <pc:chgData name="dtrott@udel.edu" userId="S::urn:spo:guest#dtrott@udel.edu::" providerId="AD" clId="Web-{094852F2-887E-026A-32B9-3ED94ACF60A7}"/>
    <pc:docChg chg="addSld modSld">
      <pc:chgData name="dtrott@udel.edu" userId="S::urn:spo:guest#dtrott@udel.edu::" providerId="AD" clId="Web-{094852F2-887E-026A-32B9-3ED94ACF60A7}" dt="2026-04-13T18:01:04.151" v="918" actId="20577"/>
      <pc:docMkLst>
        <pc:docMk/>
      </pc:docMkLst>
      <pc:sldChg chg="modSp">
        <pc:chgData name="dtrott@udel.edu" userId="S::urn:spo:guest#dtrott@udel.edu::" providerId="AD" clId="Web-{094852F2-887E-026A-32B9-3ED94ACF60A7}" dt="2026-04-13T17:52:11.716" v="914" actId="14100"/>
        <pc:sldMkLst>
          <pc:docMk/>
          <pc:sldMk cId="3501973825" sldId="272"/>
        </pc:sldMkLst>
        <pc:spChg chg="mod">
          <ac:chgData name="dtrott@udel.edu" userId="S::urn:spo:guest#dtrott@udel.edu::" providerId="AD" clId="Web-{094852F2-887E-026A-32B9-3ED94ACF60A7}" dt="2026-04-13T17:38:10.158" v="768" actId="20577"/>
          <ac:spMkLst>
            <pc:docMk/>
            <pc:sldMk cId="3501973825" sldId="272"/>
            <ac:spMk id="2" creationId="{1C0F0478-9CCA-DAA9-3DF4-D46479159884}"/>
          </ac:spMkLst>
        </pc:spChg>
        <pc:spChg chg="mod">
          <ac:chgData name="dtrott@udel.edu" userId="S::urn:spo:guest#dtrott@udel.edu::" providerId="AD" clId="Web-{094852F2-887E-026A-32B9-3ED94ACF60A7}" dt="2026-04-13T17:52:11.716" v="914" actId="14100"/>
          <ac:spMkLst>
            <pc:docMk/>
            <pc:sldMk cId="3501973825" sldId="272"/>
            <ac:spMk id="3" creationId="{645C05E6-58FA-05CD-1CB7-B9C624F41ED5}"/>
          </ac:spMkLst>
        </pc:spChg>
        <pc:spChg chg="mod">
          <ac:chgData name="dtrott@udel.edu" userId="S::urn:spo:guest#dtrott@udel.edu::" providerId="AD" clId="Web-{094852F2-887E-026A-32B9-3ED94ACF60A7}" dt="2026-04-13T17:48:48.921" v="872" actId="1076"/>
          <ac:spMkLst>
            <pc:docMk/>
            <pc:sldMk cId="3501973825" sldId="272"/>
            <ac:spMk id="4" creationId="{B9FCA474-76B0-1ABB-4284-7BD2AD5E30B8}"/>
          </ac:spMkLst>
        </pc:spChg>
        <pc:picChg chg="mod">
          <ac:chgData name="dtrott@udel.edu" userId="S::urn:spo:guest#dtrott@udel.edu::" providerId="AD" clId="Web-{094852F2-887E-026A-32B9-3ED94ACF60A7}" dt="2026-04-13T17:47:48.828" v="858" actId="1076"/>
          <ac:picMkLst>
            <pc:docMk/>
            <pc:sldMk cId="3501973825" sldId="272"/>
            <ac:picMk id="6" creationId="{B2620A7C-EDC8-7FB8-9702-11FFD8A76EFF}"/>
          </ac:picMkLst>
        </pc:picChg>
      </pc:sldChg>
      <pc:sldChg chg="modSp">
        <pc:chgData name="dtrott@udel.edu" userId="S::urn:spo:guest#dtrott@udel.edu::" providerId="AD" clId="Web-{094852F2-887E-026A-32B9-3ED94ACF60A7}" dt="2026-04-13T17:47:37.406" v="857" actId="20577"/>
        <pc:sldMkLst>
          <pc:docMk/>
          <pc:sldMk cId="1424295582" sldId="273"/>
        </pc:sldMkLst>
        <pc:spChg chg="mod">
          <ac:chgData name="dtrott@udel.edu" userId="S::urn:spo:guest#dtrott@udel.edu::" providerId="AD" clId="Web-{094852F2-887E-026A-32B9-3ED94ACF60A7}" dt="2026-04-13T17:47:37.406" v="857" actId="20577"/>
          <ac:spMkLst>
            <pc:docMk/>
            <pc:sldMk cId="1424295582" sldId="273"/>
            <ac:spMk id="3" creationId="{CF02311D-AF4F-990B-B869-94A13EE594D5}"/>
          </ac:spMkLst>
        </pc:spChg>
        <pc:spChg chg="mod">
          <ac:chgData name="dtrott@udel.edu" userId="S::urn:spo:guest#dtrott@udel.edu::" providerId="AD" clId="Web-{094852F2-887E-026A-32B9-3ED94ACF60A7}" dt="2026-04-13T17:20:03.898" v="428" actId="1076"/>
          <ac:spMkLst>
            <pc:docMk/>
            <pc:sldMk cId="1424295582" sldId="273"/>
            <ac:spMk id="4" creationId="{9139628F-AFA8-4405-3A75-5021DF7DD035}"/>
          </ac:spMkLst>
        </pc:spChg>
      </pc:sldChg>
      <pc:sldChg chg="modSp">
        <pc:chgData name="dtrott@udel.edu" userId="S::urn:spo:guest#dtrott@udel.edu::" providerId="AD" clId="Web-{094852F2-887E-026A-32B9-3ED94ACF60A7}" dt="2026-04-13T17:50:33.779" v="891" actId="1076"/>
        <pc:sldMkLst>
          <pc:docMk/>
          <pc:sldMk cId="247730646" sldId="274"/>
        </pc:sldMkLst>
        <pc:picChg chg="mod">
          <ac:chgData name="dtrott@udel.edu" userId="S::urn:spo:guest#dtrott@udel.edu::" providerId="AD" clId="Web-{094852F2-887E-026A-32B9-3ED94ACF60A7}" dt="2026-04-13T17:50:33.779" v="891" actId="1076"/>
          <ac:picMkLst>
            <pc:docMk/>
            <pc:sldMk cId="247730646" sldId="274"/>
            <ac:picMk id="15" creationId="{16610443-96AF-ABBD-6781-D8138D64894B}"/>
          </ac:picMkLst>
        </pc:picChg>
      </pc:sldChg>
      <pc:sldChg chg="modSp">
        <pc:chgData name="dtrott@udel.edu" userId="S::urn:spo:guest#dtrott@udel.edu::" providerId="AD" clId="Web-{094852F2-887E-026A-32B9-3ED94ACF60A7}" dt="2026-04-13T17:32:46.911" v="706" actId="20577"/>
        <pc:sldMkLst>
          <pc:docMk/>
          <pc:sldMk cId="1975062677" sldId="275"/>
        </pc:sldMkLst>
        <pc:spChg chg="mod">
          <ac:chgData name="dtrott@udel.edu" userId="S::urn:spo:guest#dtrott@udel.edu::" providerId="AD" clId="Web-{094852F2-887E-026A-32B9-3ED94ACF60A7}" dt="2026-04-13T17:32:46.911" v="706" actId="20577"/>
          <ac:spMkLst>
            <pc:docMk/>
            <pc:sldMk cId="1975062677" sldId="275"/>
            <ac:spMk id="2" creationId="{D2D7D6B1-8649-C2A5-581F-243E439DF436}"/>
          </ac:spMkLst>
        </pc:spChg>
        <pc:spChg chg="mod">
          <ac:chgData name="dtrott@udel.edu" userId="S::urn:spo:guest#dtrott@udel.edu::" providerId="AD" clId="Web-{094852F2-887E-026A-32B9-3ED94ACF60A7}" dt="2026-04-13T17:10:20.387" v="1" actId="1076"/>
          <ac:spMkLst>
            <pc:docMk/>
            <pc:sldMk cId="1975062677" sldId="275"/>
            <ac:spMk id="4" creationId="{7F36FEF1-A6C5-1EF2-05A2-4CD6D43CEE09}"/>
          </ac:spMkLst>
        </pc:spChg>
      </pc:sldChg>
      <pc:sldChg chg="modSp">
        <pc:chgData name="dtrott@udel.edu" userId="S::urn:spo:guest#dtrott@udel.edu::" providerId="AD" clId="Web-{094852F2-887E-026A-32B9-3ED94ACF60A7}" dt="2026-04-13T17:48:57.921" v="875" actId="1076"/>
        <pc:sldMkLst>
          <pc:docMk/>
          <pc:sldMk cId="3587234819" sldId="278"/>
        </pc:sldMkLst>
        <pc:spChg chg="mod">
          <ac:chgData name="dtrott@udel.edu" userId="S::urn:spo:guest#dtrott@udel.edu::" providerId="AD" clId="Web-{094852F2-887E-026A-32B9-3ED94ACF60A7}" dt="2026-04-13T17:45:00.125" v="804" actId="20577"/>
          <ac:spMkLst>
            <pc:docMk/>
            <pc:sldMk cId="3587234819" sldId="278"/>
            <ac:spMk id="2" creationId="{6BEE859F-D8BD-303B-279E-791ECC41692C}"/>
          </ac:spMkLst>
        </pc:spChg>
        <pc:spChg chg="mod">
          <ac:chgData name="dtrott@udel.edu" userId="S::urn:spo:guest#dtrott@udel.edu::" providerId="AD" clId="Web-{094852F2-887E-026A-32B9-3ED94ACF60A7}" dt="2026-04-13T17:44:55.688" v="803" actId="20577"/>
          <ac:spMkLst>
            <pc:docMk/>
            <pc:sldMk cId="3587234819" sldId="278"/>
            <ac:spMk id="3" creationId="{A2AB3ACA-1390-8076-0D4F-514E75B039B2}"/>
          </ac:spMkLst>
        </pc:spChg>
        <pc:spChg chg="mod">
          <ac:chgData name="dtrott@udel.edu" userId="S::urn:spo:guest#dtrott@udel.edu::" providerId="AD" clId="Web-{094852F2-887E-026A-32B9-3ED94ACF60A7}" dt="2026-04-13T17:48:57.921" v="875" actId="1076"/>
          <ac:spMkLst>
            <pc:docMk/>
            <pc:sldMk cId="3587234819" sldId="278"/>
            <ac:spMk id="4" creationId="{46A1CA0A-68C3-6D31-7A87-F0501233D9F5}"/>
          </ac:spMkLst>
        </pc:spChg>
        <pc:grpChg chg="mod">
          <ac:chgData name="dtrott@udel.edu" userId="S::urn:spo:guest#dtrott@udel.edu::" providerId="AD" clId="Web-{094852F2-887E-026A-32B9-3ED94ACF60A7}" dt="2026-04-13T17:48:57.905" v="874" actId="1076"/>
          <ac:grpSpMkLst>
            <pc:docMk/>
            <pc:sldMk cId="3587234819" sldId="278"/>
            <ac:grpSpMk id="10" creationId="{DC79D1F7-1B5C-84FC-5316-A230820E6C46}"/>
          </ac:grpSpMkLst>
        </pc:grpChg>
        <pc:picChg chg="mod">
          <ac:chgData name="dtrott@udel.edu" userId="S::urn:spo:guest#dtrott@udel.edu::" providerId="AD" clId="Web-{094852F2-887E-026A-32B9-3ED94ACF60A7}" dt="2026-04-13T17:48:57.843" v="873" actId="1076"/>
          <ac:picMkLst>
            <pc:docMk/>
            <pc:sldMk cId="3587234819" sldId="278"/>
            <ac:picMk id="7" creationId="{8142BABA-AC04-226B-EF38-D4265F13FECD}"/>
          </ac:picMkLst>
        </pc:picChg>
      </pc:sldChg>
      <pc:sldChg chg="modSp">
        <pc:chgData name="dtrott@udel.edu" userId="S::urn:spo:guest#dtrott@udel.edu::" providerId="AD" clId="Web-{094852F2-887E-026A-32B9-3ED94ACF60A7}" dt="2026-04-13T17:38:55.611" v="782" actId="1076"/>
        <pc:sldMkLst>
          <pc:docMk/>
          <pc:sldMk cId="399071377" sldId="279"/>
        </pc:sldMkLst>
        <pc:spChg chg="mod">
          <ac:chgData name="dtrott@udel.edu" userId="S::urn:spo:guest#dtrott@udel.edu::" providerId="AD" clId="Web-{094852F2-887E-026A-32B9-3ED94ACF60A7}" dt="2026-04-13T17:38:55.611" v="782" actId="1076"/>
          <ac:spMkLst>
            <pc:docMk/>
            <pc:sldMk cId="399071377" sldId="279"/>
            <ac:spMk id="7" creationId="{02F6B831-54D9-493A-2FFD-4ACBA53C50AF}"/>
          </ac:spMkLst>
        </pc:spChg>
      </pc:sldChg>
      <pc:sldChg chg="addSp delSp modSp">
        <pc:chgData name="dtrott@udel.edu" userId="S::urn:spo:guest#dtrott@udel.edu::" providerId="AD" clId="Web-{094852F2-887E-026A-32B9-3ED94ACF60A7}" dt="2026-04-13T17:51:39.138" v="912" actId="20577"/>
        <pc:sldMkLst>
          <pc:docMk/>
          <pc:sldMk cId="1681159839" sldId="280"/>
        </pc:sldMkLst>
        <pc:spChg chg="mod">
          <ac:chgData name="dtrott@udel.edu" userId="S::urn:spo:guest#dtrott@udel.edu::" providerId="AD" clId="Web-{094852F2-887E-026A-32B9-3ED94ACF60A7}" dt="2026-04-13T17:50:50.404" v="901" actId="1076"/>
          <ac:spMkLst>
            <pc:docMk/>
            <pc:sldMk cId="1681159839" sldId="280"/>
            <ac:spMk id="3" creationId="{0C8E3896-C7CF-0525-2DA1-1C6F2ABDE63E}"/>
          </ac:spMkLst>
        </pc:spChg>
        <pc:spChg chg="mod">
          <ac:chgData name="dtrott@udel.edu" userId="S::urn:spo:guest#dtrott@udel.edu::" providerId="AD" clId="Web-{094852F2-887E-026A-32B9-3ED94ACF60A7}" dt="2026-04-13T17:22:44.710" v="523" actId="1076"/>
          <ac:spMkLst>
            <pc:docMk/>
            <pc:sldMk cId="1681159839" sldId="280"/>
            <ac:spMk id="4" creationId="{D9756FC9-0894-DE39-748A-43A4C1C39300}"/>
          </ac:spMkLst>
        </pc:spChg>
        <pc:spChg chg="add mod">
          <ac:chgData name="dtrott@udel.edu" userId="S::urn:spo:guest#dtrott@udel.edu::" providerId="AD" clId="Web-{094852F2-887E-026A-32B9-3ED94ACF60A7}" dt="2026-04-13T17:23:50.851" v="549" actId="1076"/>
          <ac:spMkLst>
            <pc:docMk/>
            <pc:sldMk cId="1681159839" sldId="280"/>
            <ac:spMk id="5" creationId="{2CED4AA5-D8EB-3419-2C56-15E0DCA83EF0}"/>
          </ac:spMkLst>
        </pc:spChg>
        <pc:spChg chg="add mod ord">
          <ac:chgData name="dtrott@udel.edu" userId="S::urn:spo:guest#dtrott@udel.edu::" providerId="AD" clId="Web-{094852F2-887E-026A-32B9-3ED94ACF60A7}" dt="2026-04-13T17:23:40.163" v="546" actId="1076"/>
          <ac:spMkLst>
            <pc:docMk/>
            <pc:sldMk cId="1681159839" sldId="280"/>
            <ac:spMk id="6" creationId="{713D8AD9-8C9E-9623-66E0-70AFE47663ED}"/>
          </ac:spMkLst>
        </pc:spChg>
        <pc:spChg chg="del">
          <ac:chgData name="dtrott@udel.edu" userId="S::urn:spo:guest#dtrott@udel.edu::" providerId="AD" clId="Web-{094852F2-887E-026A-32B9-3ED94ACF60A7}" dt="2026-04-13T17:17:01.134" v="313"/>
          <ac:spMkLst>
            <pc:docMk/>
            <pc:sldMk cId="1681159839" sldId="280"/>
            <ac:spMk id="7" creationId="{E0769786-838E-650D-AA02-B2601B85DD8E}"/>
          </ac:spMkLst>
        </pc:spChg>
        <pc:spChg chg="del">
          <ac:chgData name="dtrott@udel.edu" userId="S::urn:spo:guest#dtrott@udel.edu::" providerId="AD" clId="Web-{094852F2-887E-026A-32B9-3ED94ACF60A7}" dt="2026-04-13T17:17:01.134" v="312"/>
          <ac:spMkLst>
            <pc:docMk/>
            <pc:sldMk cId="1681159839" sldId="280"/>
            <ac:spMk id="8" creationId="{2E4DBAD8-F904-06EA-4E32-4FFDA1659BFF}"/>
          </ac:spMkLst>
        </pc:spChg>
        <pc:spChg chg="del mod">
          <ac:chgData name="dtrott@udel.edu" userId="S::urn:spo:guest#dtrott@udel.edu::" providerId="AD" clId="Web-{094852F2-887E-026A-32B9-3ED94ACF60A7}" dt="2026-04-13T17:17:01.134" v="311"/>
          <ac:spMkLst>
            <pc:docMk/>
            <pc:sldMk cId="1681159839" sldId="280"/>
            <ac:spMk id="9" creationId="{D142AD72-28A1-7BD4-A9D2-657331C2126F}"/>
          </ac:spMkLst>
        </pc:spChg>
        <pc:spChg chg="del">
          <ac:chgData name="dtrott@udel.edu" userId="S::urn:spo:guest#dtrott@udel.edu::" providerId="AD" clId="Web-{094852F2-887E-026A-32B9-3ED94ACF60A7}" dt="2026-04-13T17:17:01.134" v="310"/>
          <ac:spMkLst>
            <pc:docMk/>
            <pc:sldMk cId="1681159839" sldId="280"/>
            <ac:spMk id="10" creationId="{3CB02A9E-D663-4C7C-C903-338EACCC077B}"/>
          </ac:spMkLst>
        </pc:spChg>
        <pc:spChg chg="del">
          <ac:chgData name="dtrott@udel.edu" userId="S::urn:spo:guest#dtrott@udel.edu::" providerId="AD" clId="Web-{094852F2-887E-026A-32B9-3ED94ACF60A7}" dt="2026-04-13T17:17:01.134" v="307"/>
          <ac:spMkLst>
            <pc:docMk/>
            <pc:sldMk cId="1681159839" sldId="280"/>
            <ac:spMk id="13" creationId="{927D37FD-CE0D-F70D-A2BB-C48366EF394E}"/>
          </ac:spMkLst>
        </pc:spChg>
        <pc:spChg chg="add mod">
          <ac:chgData name="dtrott@udel.edu" userId="S::urn:spo:guest#dtrott@udel.edu::" providerId="AD" clId="Web-{094852F2-887E-026A-32B9-3ED94ACF60A7}" dt="2026-04-13T17:51:39.138" v="912" actId="20577"/>
          <ac:spMkLst>
            <pc:docMk/>
            <pc:sldMk cId="1681159839" sldId="280"/>
            <ac:spMk id="14" creationId="{12A72292-CCD7-F8A1-ECB0-2826962FC786}"/>
          </ac:spMkLst>
        </pc:spChg>
        <pc:spChg chg="del">
          <ac:chgData name="dtrott@udel.edu" userId="S::urn:spo:guest#dtrott@udel.edu::" providerId="AD" clId="Web-{094852F2-887E-026A-32B9-3ED94ACF60A7}" dt="2026-04-13T17:17:01.134" v="306"/>
          <ac:spMkLst>
            <pc:docMk/>
            <pc:sldMk cId="1681159839" sldId="280"/>
            <ac:spMk id="15" creationId="{FED81A7A-40E8-A1B8-902F-81EC60D436C4}"/>
          </ac:spMkLst>
        </pc:spChg>
        <pc:spChg chg="add mod ord">
          <ac:chgData name="dtrott@udel.edu" userId="S::urn:spo:guest#dtrott@udel.edu::" providerId="AD" clId="Web-{094852F2-887E-026A-32B9-3ED94ACF60A7}" dt="2026-04-13T17:25:05.960" v="560"/>
          <ac:spMkLst>
            <pc:docMk/>
            <pc:sldMk cId="1681159839" sldId="280"/>
            <ac:spMk id="16" creationId="{6CCB0C55-A8B9-831B-5C2D-B2F31B500B0F}"/>
          </ac:spMkLst>
        </pc:spChg>
        <pc:spChg chg="add del">
          <ac:chgData name="dtrott@udel.edu" userId="S::urn:spo:guest#dtrott@udel.edu::" providerId="AD" clId="Web-{094852F2-887E-026A-32B9-3ED94ACF60A7}" dt="2026-04-13T17:23:23.007" v="543"/>
          <ac:spMkLst>
            <pc:docMk/>
            <pc:sldMk cId="1681159839" sldId="280"/>
            <ac:spMk id="17" creationId="{0F42E4A1-EDE6-ABE3-1332-2665CBC50043}"/>
          </ac:spMkLst>
        </pc:spChg>
        <pc:cxnChg chg="del">
          <ac:chgData name="dtrott@udel.edu" userId="S::urn:spo:guest#dtrott@udel.edu::" providerId="AD" clId="Web-{094852F2-887E-026A-32B9-3ED94ACF60A7}" dt="2026-04-13T17:17:01.134" v="309"/>
          <ac:cxnSpMkLst>
            <pc:docMk/>
            <pc:sldMk cId="1681159839" sldId="280"/>
            <ac:cxnSpMk id="11" creationId="{566A0290-7B6E-56CE-0E57-7DDE50FA1997}"/>
          </ac:cxnSpMkLst>
        </pc:cxnChg>
        <pc:cxnChg chg="del">
          <ac:chgData name="dtrott@udel.edu" userId="S::urn:spo:guest#dtrott@udel.edu::" providerId="AD" clId="Web-{094852F2-887E-026A-32B9-3ED94ACF60A7}" dt="2026-04-13T17:17:01.134" v="308"/>
          <ac:cxnSpMkLst>
            <pc:docMk/>
            <pc:sldMk cId="1681159839" sldId="280"/>
            <ac:cxnSpMk id="12" creationId="{10F24FA1-C333-10CF-D718-A36130F89156}"/>
          </ac:cxnSpMkLst>
        </pc:cxnChg>
      </pc:sldChg>
      <pc:sldChg chg="modSp">
        <pc:chgData name="dtrott@udel.edu" userId="S::urn:spo:guest#dtrott@udel.edu::" providerId="AD" clId="Web-{094852F2-887E-026A-32B9-3ED94ACF60A7}" dt="2026-04-13T17:49:38.108" v="883"/>
        <pc:sldMkLst>
          <pc:docMk/>
          <pc:sldMk cId="4241033836" sldId="281"/>
        </pc:sldMkLst>
        <pc:spChg chg="mod">
          <ac:chgData name="dtrott@udel.edu" userId="S::urn:spo:guest#dtrott@udel.edu::" providerId="AD" clId="Web-{094852F2-887E-026A-32B9-3ED94ACF60A7}" dt="2026-04-13T17:49:24.874" v="881" actId="20577"/>
          <ac:spMkLst>
            <pc:docMk/>
            <pc:sldMk cId="4241033836" sldId="281"/>
            <ac:spMk id="2" creationId="{29B5B84B-9AFE-F4A3-156F-E8F2F7DA2601}"/>
          </ac:spMkLst>
        </pc:spChg>
        <pc:spChg chg="mod">
          <ac:chgData name="dtrott@udel.edu" userId="S::urn:spo:guest#dtrott@udel.edu::" providerId="AD" clId="Web-{094852F2-887E-026A-32B9-3ED94ACF60A7}" dt="2026-04-13T17:49:13.733" v="879" actId="20577"/>
          <ac:spMkLst>
            <pc:docMk/>
            <pc:sldMk cId="4241033836" sldId="281"/>
            <ac:spMk id="4" creationId="{43CA5566-0A23-64FA-04E0-5F2799280E3C}"/>
          </ac:spMkLst>
        </pc:spChg>
        <pc:picChg chg="mod modCrop">
          <ac:chgData name="dtrott@udel.edu" userId="S::urn:spo:guest#dtrott@udel.edu::" providerId="AD" clId="Web-{094852F2-887E-026A-32B9-3ED94ACF60A7}" dt="2026-04-13T17:49:38.108" v="883"/>
          <ac:picMkLst>
            <pc:docMk/>
            <pc:sldMk cId="4241033836" sldId="281"/>
            <ac:picMk id="8" creationId="{1F1AA11B-7D9C-A3FB-05B5-040AC52FE88E}"/>
          </ac:picMkLst>
        </pc:picChg>
      </pc:sldChg>
      <pc:sldChg chg="addSp modSp">
        <pc:chgData name="dtrott@udel.edu" userId="S::urn:spo:guest#dtrott@udel.edu::" providerId="AD" clId="Web-{094852F2-887E-026A-32B9-3ED94ACF60A7}" dt="2026-04-13T18:01:04.151" v="918" actId="20577"/>
        <pc:sldMkLst>
          <pc:docMk/>
          <pc:sldMk cId="3703292346" sldId="282"/>
        </pc:sldMkLst>
        <pc:spChg chg="mod">
          <ac:chgData name="dtrott@udel.edu" userId="S::urn:spo:guest#dtrott@udel.edu::" providerId="AD" clId="Web-{094852F2-887E-026A-32B9-3ED94ACF60A7}" dt="2026-04-13T18:00:23.573" v="917" actId="1076"/>
          <ac:spMkLst>
            <pc:docMk/>
            <pc:sldMk cId="3703292346" sldId="282"/>
            <ac:spMk id="2" creationId="{8BB27807-C6D6-8AEA-BE1A-202D8D4D6A10}"/>
          </ac:spMkLst>
        </pc:spChg>
        <pc:spChg chg="add mod">
          <ac:chgData name="dtrott@udel.edu" userId="S::urn:spo:guest#dtrott@udel.edu::" providerId="AD" clId="Web-{094852F2-887E-026A-32B9-3ED94ACF60A7}" dt="2026-04-13T17:31:57.802" v="703" actId="14100"/>
          <ac:spMkLst>
            <pc:docMk/>
            <pc:sldMk cId="3703292346" sldId="282"/>
            <ac:spMk id="3" creationId="{F86B5DF2-6663-C112-CD7C-9E5ADF533721}"/>
          </ac:spMkLst>
        </pc:spChg>
        <pc:spChg chg="mod">
          <ac:chgData name="dtrott@udel.edu" userId="S::urn:spo:guest#dtrott@udel.edu::" providerId="AD" clId="Web-{094852F2-887E-026A-32B9-3ED94ACF60A7}" dt="2026-04-13T17:10:44.668" v="9" actId="20577"/>
          <ac:spMkLst>
            <pc:docMk/>
            <pc:sldMk cId="3703292346" sldId="282"/>
            <ac:spMk id="10" creationId="{FE0D0D2C-0B04-1FBB-D251-8E252D5D41B7}"/>
          </ac:spMkLst>
        </pc:spChg>
        <pc:spChg chg="mod">
          <ac:chgData name="dtrott@udel.edu" userId="S::urn:spo:guest#dtrott@udel.edu::" providerId="AD" clId="Web-{094852F2-887E-026A-32B9-3ED94ACF60A7}" dt="2026-04-13T18:01:04.151" v="918" actId="20577"/>
          <ac:spMkLst>
            <pc:docMk/>
            <pc:sldMk cId="3703292346" sldId="282"/>
            <ac:spMk id="11" creationId="{127C2DBA-C48C-5CF2-8ABA-79A770280598}"/>
          </ac:spMkLst>
        </pc:spChg>
        <pc:picChg chg="mod">
          <ac:chgData name="dtrott@udel.edu" userId="S::urn:spo:guest#dtrott@udel.edu::" providerId="AD" clId="Web-{094852F2-887E-026A-32B9-3ED94ACF60A7}" dt="2026-04-13T17:31:38.927" v="662" actId="1076"/>
          <ac:picMkLst>
            <pc:docMk/>
            <pc:sldMk cId="3703292346" sldId="282"/>
            <ac:picMk id="15" creationId="{4164F623-ED1F-A051-419B-6918E19F7FE5}"/>
          </ac:picMkLst>
        </pc:picChg>
      </pc:sldChg>
      <pc:sldChg chg="modSp">
        <pc:chgData name="dtrott@udel.edu" userId="S::urn:spo:guest#dtrott@udel.edu::" providerId="AD" clId="Web-{094852F2-887E-026A-32B9-3ED94ACF60A7}" dt="2026-04-13T17:39:08.423" v="784" actId="20577"/>
        <pc:sldMkLst>
          <pc:docMk/>
          <pc:sldMk cId="1345906062" sldId="283"/>
        </pc:sldMkLst>
        <pc:spChg chg="mod">
          <ac:chgData name="dtrott@udel.edu" userId="S::urn:spo:guest#dtrott@udel.edu::" providerId="AD" clId="Web-{094852F2-887E-026A-32B9-3ED94ACF60A7}" dt="2026-04-13T17:39:08.423" v="784" actId="20577"/>
          <ac:spMkLst>
            <pc:docMk/>
            <pc:sldMk cId="1345906062" sldId="283"/>
            <ac:spMk id="8" creationId="{B2EA9160-621C-B486-E9F4-5DABEF27764F}"/>
          </ac:spMkLst>
        </pc:spChg>
      </pc:sldChg>
      <pc:sldChg chg="modSp">
        <pc:chgData name="dtrott@udel.edu" userId="S::urn:spo:guest#dtrott@udel.edu::" providerId="AD" clId="Web-{094852F2-887E-026A-32B9-3ED94ACF60A7}" dt="2026-04-13T17:50:27.326" v="890" actId="1076"/>
        <pc:sldMkLst>
          <pc:docMk/>
          <pc:sldMk cId="1996385221" sldId="284"/>
        </pc:sldMkLst>
        <pc:picChg chg="mod">
          <ac:chgData name="dtrott@udel.edu" userId="S::urn:spo:guest#dtrott@udel.edu::" providerId="AD" clId="Web-{094852F2-887E-026A-32B9-3ED94ACF60A7}" dt="2026-04-13T17:50:27.326" v="890" actId="1076"/>
          <ac:picMkLst>
            <pc:docMk/>
            <pc:sldMk cId="1996385221" sldId="284"/>
            <ac:picMk id="11" creationId="{01FB5B04-667D-6D86-6771-53894946E1F1}"/>
          </ac:picMkLst>
        </pc:picChg>
      </pc:sldChg>
      <pc:sldChg chg="modSp">
        <pc:chgData name="dtrott@udel.edu" userId="S::urn:spo:guest#dtrott@udel.edu::" providerId="AD" clId="Web-{094852F2-887E-026A-32B9-3ED94ACF60A7}" dt="2026-04-13T17:52:29.591" v="916" actId="14100"/>
        <pc:sldMkLst>
          <pc:docMk/>
          <pc:sldMk cId="710740252" sldId="294"/>
        </pc:sldMkLst>
        <pc:spChg chg="mod">
          <ac:chgData name="dtrott@udel.edu" userId="S::urn:spo:guest#dtrott@udel.edu::" providerId="AD" clId="Web-{094852F2-887E-026A-32B9-3ED94ACF60A7}" dt="2026-04-13T17:52:29.591" v="916" actId="14100"/>
          <ac:spMkLst>
            <pc:docMk/>
            <pc:sldMk cId="710740252" sldId="294"/>
            <ac:spMk id="3" creationId="{EB51DEC7-0ADC-1D6F-4C65-98AD659188FC}"/>
          </ac:spMkLst>
        </pc:spChg>
      </pc:sldChg>
      <pc:sldChg chg="modSp">
        <pc:chgData name="dtrott@udel.edu" userId="S::urn:spo:guest#dtrott@udel.edu::" providerId="AD" clId="Web-{094852F2-887E-026A-32B9-3ED94ACF60A7}" dt="2026-04-13T17:38:26.783" v="780" actId="20577"/>
        <pc:sldMkLst>
          <pc:docMk/>
          <pc:sldMk cId="2659687175" sldId="295"/>
        </pc:sldMkLst>
        <pc:spChg chg="mod">
          <ac:chgData name="dtrott@udel.edu" userId="S::urn:spo:guest#dtrott@udel.edu::" providerId="AD" clId="Web-{094852F2-887E-026A-32B9-3ED94ACF60A7}" dt="2026-04-13T17:38:15.752" v="769" actId="20577"/>
          <ac:spMkLst>
            <pc:docMk/>
            <pc:sldMk cId="2659687175" sldId="295"/>
            <ac:spMk id="3" creationId="{CC49BE2E-A119-DD5E-BD78-1F10E6EBB20E}"/>
          </ac:spMkLst>
        </pc:spChg>
        <pc:spChg chg="mod">
          <ac:chgData name="dtrott@udel.edu" userId="S::urn:spo:guest#dtrott@udel.edu::" providerId="AD" clId="Web-{094852F2-887E-026A-32B9-3ED94ACF60A7}" dt="2026-04-13T17:38:26.783" v="780" actId="20577"/>
          <ac:spMkLst>
            <pc:docMk/>
            <pc:sldMk cId="2659687175" sldId="295"/>
            <ac:spMk id="5" creationId="{E1EA8768-5D50-9A61-7FC4-4143E5E3BCA9}"/>
          </ac:spMkLst>
        </pc:spChg>
      </pc:sldChg>
      <pc:sldChg chg="modSp">
        <pc:chgData name="dtrott@udel.edu" userId="S::urn:spo:guest#dtrott@udel.edu::" providerId="AD" clId="Web-{094852F2-887E-026A-32B9-3ED94ACF60A7}" dt="2026-04-13T17:46:43.297" v="818" actId="1076"/>
        <pc:sldMkLst>
          <pc:docMk/>
          <pc:sldMk cId="2469445992" sldId="296"/>
        </pc:sldMkLst>
        <pc:spChg chg="mod">
          <ac:chgData name="dtrott@udel.edu" userId="S::urn:spo:guest#dtrott@udel.edu::" providerId="AD" clId="Web-{094852F2-887E-026A-32B9-3ED94ACF60A7}" dt="2026-04-13T17:45:12.438" v="806" actId="20577"/>
          <ac:spMkLst>
            <pc:docMk/>
            <pc:sldMk cId="2469445992" sldId="296"/>
            <ac:spMk id="2" creationId="{AD6B00F8-CF3B-81C4-49FD-90A5FED07F6E}"/>
          </ac:spMkLst>
        </pc:spChg>
        <pc:spChg chg="mod">
          <ac:chgData name="dtrott@udel.edu" userId="S::urn:spo:guest#dtrott@udel.edu::" providerId="AD" clId="Web-{094852F2-887E-026A-32B9-3ED94ACF60A7}" dt="2026-04-13T17:46:39.828" v="817" actId="1076"/>
          <ac:spMkLst>
            <pc:docMk/>
            <pc:sldMk cId="2469445992" sldId="296"/>
            <ac:spMk id="5" creationId="{D04F991D-8083-E536-7C2F-CD6A1C993D71}"/>
          </ac:spMkLst>
        </pc:spChg>
        <pc:spChg chg="mod">
          <ac:chgData name="dtrott@udel.edu" userId="S::urn:spo:guest#dtrott@udel.edu::" providerId="AD" clId="Web-{094852F2-887E-026A-32B9-3ED94ACF60A7}" dt="2026-04-13T17:46:43.297" v="818" actId="1076"/>
          <ac:spMkLst>
            <pc:docMk/>
            <pc:sldMk cId="2469445992" sldId="296"/>
            <ac:spMk id="8" creationId="{C8F1F6CA-27FE-DE8D-70C7-B79A5CFF1082}"/>
          </ac:spMkLst>
        </pc:spChg>
        <pc:picChg chg="mod">
          <ac:chgData name="dtrott@udel.edu" userId="S::urn:spo:guest#dtrott@udel.edu::" providerId="AD" clId="Web-{094852F2-887E-026A-32B9-3ED94ACF60A7}" dt="2026-04-13T17:45:48.672" v="809" actId="14100"/>
          <ac:picMkLst>
            <pc:docMk/>
            <pc:sldMk cId="2469445992" sldId="296"/>
            <ac:picMk id="4" creationId="{EE993F5D-5FD1-20DD-B795-54523A373A24}"/>
          </ac:picMkLst>
        </pc:picChg>
      </pc:sldChg>
      <pc:sldChg chg="modSp">
        <pc:chgData name="dtrott@udel.edu" userId="S::urn:spo:guest#dtrott@udel.edu::" providerId="AD" clId="Web-{094852F2-887E-026A-32B9-3ED94ACF60A7}" dt="2026-04-13T17:50:19.858" v="889" actId="1076"/>
        <pc:sldMkLst>
          <pc:docMk/>
          <pc:sldMk cId="950171385" sldId="297"/>
        </pc:sldMkLst>
        <pc:spChg chg="mod">
          <ac:chgData name="dtrott@udel.edu" userId="S::urn:spo:guest#dtrott@udel.edu::" providerId="AD" clId="Web-{094852F2-887E-026A-32B9-3ED94ACF60A7}" dt="2026-04-13T17:50:06.561" v="884" actId="1076"/>
          <ac:spMkLst>
            <pc:docMk/>
            <pc:sldMk cId="950171385" sldId="297"/>
            <ac:spMk id="5" creationId="{1E2573EA-6E8B-3B39-CABC-4965260CD850}"/>
          </ac:spMkLst>
        </pc:spChg>
        <pc:spChg chg="mod">
          <ac:chgData name="dtrott@udel.edu" userId="S::urn:spo:guest#dtrott@udel.edu::" providerId="AD" clId="Web-{094852F2-887E-026A-32B9-3ED94ACF60A7}" dt="2026-04-13T17:50:19.858" v="889" actId="1076"/>
          <ac:spMkLst>
            <pc:docMk/>
            <pc:sldMk cId="950171385" sldId="297"/>
            <ac:spMk id="7" creationId="{ED1E572B-76C2-5BC9-BDEA-673799555FBF}"/>
          </ac:spMkLst>
        </pc:spChg>
        <pc:picChg chg="mod">
          <ac:chgData name="dtrott@udel.edu" userId="S::urn:spo:guest#dtrott@udel.edu::" providerId="AD" clId="Web-{094852F2-887E-026A-32B9-3ED94ACF60A7}" dt="2026-04-13T17:50:10.436" v="887" actId="1076"/>
          <ac:picMkLst>
            <pc:docMk/>
            <pc:sldMk cId="950171385" sldId="297"/>
            <ac:picMk id="6" creationId="{86F8CB25-62B8-923E-A01D-B5CD0CC490AF}"/>
          </ac:picMkLst>
        </pc:picChg>
      </pc:sldChg>
      <pc:sldChg chg="modSp">
        <pc:chgData name="dtrott@udel.edu" userId="S::urn:spo:guest#dtrott@udel.edu::" providerId="AD" clId="Web-{094852F2-887E-026A-32B9-3ED94ACF60A7}" dt="2026-04-13T17:38:45.111" v="781" actId="1076"/>
        <pc:sldMkLst>
          <pc:docMk/>
          <pc:sldMk cId="2440607926" sldId="300"/>
        </pc:sldMkLst>
        <pc:spChg chg="mod">
          <ac:chgData name="dtrott@udel.edu" userId="S::urn:spo:guest#dtrott@udel.edu::" providerId="AD" clId="Web-{094852F2-887E-026A-32B9-3ED94ACF60A7}" dt="2026-04-13T17:38:45.111" v="781" actId="1076"/>
          <ac:spMkLst>
            <pc:docMk/>
            <pc:sldMk cId="2440607926" sldId="300"/>
            <ac:spMk id="11" creationId="{F3531F67-E4FC-FC88-CFD8-975613AF5D59}"/>
          </ac:spMkLst>
        </pc:spChg>
      </pc:sldChg>
      <pc:sldChg chg="addSp delSp modSp new">
        <pc:chgData name="dtrott@udel.edu" userId="S::urn:spo:guest#dtrott@udel.edu::" providerId="AD" clId="Web-{094852F2-887E-026A-32B9-3ED94ACF60A7}" dt="2026-04-13T17:51:07.263" v="903" actId="20577"/>
        <pc:sldMkLst>
          <pc:docMk/>
          <pc:sldMk cId="1074975526" sldId="302"/>
        </pc:sldMkLst>
        <pc:spChg chg="mod">
          <ac:chgData name="dtrott@udel.edu" userId="S::urn:spo:guest#dtrott@udel.edu::" providerId="AD" clId="Web-{094852F2-887E-026A-32B9-3ED94ACF60A7}" dt="2026-04-13T17:39:43.173" v="792" actId="20577"/>
          <ac:spMkLst>
            <pc:docMk/>
            <pc:sldMk cId="1074975526" sldId="302"/>
            <ac:spMk id="2" creationId="{E8CC0957-9CEA-380D-2B2F-4FEC85B4CD6D}"/>
          </ac:spMkLst>
        </pc:spChg>
        <pc:spChg chg="del">
          <ac:chgData name="dtrott@udel.edu" userId="S::urn:spo:guest#dtrott@udel.edu::" providerId="AD" clId="Web-{094852F2-887E-026A-32B9-3ED94ACF60A7}" dt="2026-04-13T17:17:05.056" v="315"/>
          <ac:spMkLst>
            <pc:docMk/>
            <pc:sldMk cId="1074975526" sldId="302"/>
            <ac:spMk id="3" creationId="{9691EB75-AFFA-AD97-65C7-9834916B6B75}"/>
          </ac:spMkLst>
        </pc:spChg>
        <pc:spChg chg="add mod">
          <ac:chgData name="dtrott@udel.edu" userId="S::urn:spo:guest#dtrott@udel.edu::" providerId="AD" clId="Web-{094852F2-887E-026A-32B9-3ED94ACF60A7}" dt="2026-04-13T17:51:07.263" v="903" actId="20577"/>
          <ac:spMkLst>
            <pc:docMk/>
            <pc:sldMk cId="1074975526" sldId="302"/>
            <ac:spMk id="4" creationId="{E0769786-838E-650D-AA02-B2601B85DD8E}"/>
          </ac:spMkLst>
        </pc:spChg>
        <pc:spChg chg="add mod">
          <ac:chgData name="dtrott@udel.edu" userId="S::urn:spo:guest#dtrott@udel.edu::" providerId="AD" clId="Web-{094852F2-887E-026A-32B9-3ED94ACF60A7}" dt="2026-04-13T17:30:15.412" v="630" actId="1076"/>
          <ac:spMkLst>
            <pc:docMk/>
            <pc:sldMk cId="1074975526" sldId="302"/>
            <ac:spMk id="5" creationId="{2E4DBAD8-F904-06EA-4E32-4FFDA1659BFF}"/>
          </ac:spMkLst>
        </pc:spChg>
        <pc:spChg chg="add mod">
          <ac:chgData name="dtrott@udel.edu" userId="S::urn:spo:guest#dtrott@udel.edu::" providerId="AD" clId="Web-{094852F2-887E-026A-32B9-3ED94ACF60A7}" dt="2026-04-13T17:30:44.287" v="643" actId="1076"/>
          <ac:spMkLst>
            <pc:docMk/>
            <pc:sldMk cId="1074975526" sldId="302"/>
            <ac:spMk id="6" creationId="{D142AD72-28A1-7BD4-A9D2-657331C2126F}"/>
          </ac:spMkLst>
        </pc:spChg>
        <pc:spChg chg="add mod">
          <ac:chgData name="dtrott@udel.edu" userId="S::urn:spo:guest#dtrott@udel.edu::" providerId="AD" clId="Web-{094852F2-887E-026A-32B9-3ED94ACF60A7}" dt="2026-04-13T17:31:02.334" v="649" actId="1076"/>
          <ac:spMkLst>
            <pc:docMk/>
            <pc:sldMk cId="1074975526" sldId="302"/>
            <ac:spMk id="7" creationId="{3CB02A9E-D663-4C7C-C903-338EACCC077B}"/>
          </ac:spMkLst>
        </pc:spChg>
        <pc:spChg chg="add mod">
          <ac:chgData name="dtrott@udel.edu" userId="S::urn:spo:guest#dtrott@udel.edu::" providerId="AD" clId="Web-{094852F2-887E-026A-32B9-3ED94ACF60A7}" dt="2026-04-13T17:26:32.694" v="577" actId="1076"/>
          <ac:spMkLst>
            <pc:docMk/>
            <pc:sldMk cId="1074975526" sldId="302"/>
            <ac:spMk id="10" creationId="{927D37FD-CE0D-F70D-A2BB-C48366EF394E}"/>
          </ac:spMkLst>
        </pc:spChg>
        <pc:spChg chg="add mod">
          <ac:chgData name="dtrott@udel.edu" userId="S::urn:spo:guest#dtrott@udel.edu::" providerId="AD" clId="Web-{094852F2-887E-026A-32B9-3ED94ACF60A7}" dt="2026-04-13T17:26:32.709" v="578" actId="1076"/>
          <ac:spMkLst>
            <pc:docMk/>
            <pc:sldMk cId="1074975526" sldId="302"/>
            <ac:spMk id="11" creationId="{FED81A7A-40E8-A1B8-902F-81EC60D436C4}"/>
          </ac:spMkLst>
        </pc:spChg>
        <pc:spChg chg="add mod">
          <ac:chgData name="dtrott@udel.edu" userId="S::urn:spo:guest#dtrott@udel.edu::" providerId="AD" clId="Web-{094852F2-887E-026A-32B9-3ED94ACF60A7}" dt="2026-04-13T17:29:45.959" v="617" actId="1076"/>
          <ac:spMkLst>
            <pc:docMk/>
            <pc:sldMk cId="1074975526" sldId="302"/>
            <ac:spMk id="15" creationId="{E8737935-8C0E-1647-DADB-A9D454AE7150}"/>
          </ac:spMkLst>
        </pc:spChg>
        <pc:spChg chg="add mod">
          <ac:chgData name="dtrott@udel.edu" userId="S::urn:spo:guest#dtrott@udel.edu::" providerId="AD" clId="Web-{094852F2-887E-026A-32B9-3ED94ACF60A7}" dt="2026-04-13T17:33:19.738" v="749" actId="20577"/>
          <ac:spMkLst>
            <pc:docMk/>
            <pc:sldMk cId="1074975526" sldId="302"/>
            <ac:spMk id="19" creationId="{DFB4D62A-59A0-661E-4FD3-CE9296AED783}"/>
          </ac:spMkLst>
        </pc:spChg>
        <pc:picChg chg="add del mod">
          <ac:chgData name="dtrott@udel.edu" userId="S::urn:spo:guest#dtrott@udel.edu::" providerId="AD" clId="Web-{094852F2-887E-026A-32B9-3ED94ACF60A7}" dt="2026-04-13T17:26:52.678" v="580"/>
          <ac:picMkLst>
            <pc:docMk/>
            <pc:sldMk cId="1074975526" sldId="302"/>
            <ac:picMk id="12" creationId="{85455BA0-847D-742C-F567-B50C75E46F70}"/>
          </ac:picMkLst>
        </pc:picChg>
        <pc:picChg chg="add del mod modCrop">
          <ac:chgData name="dtrott@udel.edu" userId="S::urn:spo:guest#dtrott@udel.edu::" providerId="AD" clId="Web-{094852F2-887E-026A-32B9-3ED94ACF60A7}" dt="2026-04-13T17:28:05.881" v="589"/>
          <ac:picMkLst>
            <pc:docMk/>
            <pc:sldMk cId="1074975526" sldId="302"/>
            <ac:picMk id="13" creationId="{E905B7F8-86C3-DB5C-2783-7AFA83A2BDDA}"/>
          </ac:picMkLst>
        </pc:picChg>
        <pc:picChg chg="add mod modCrop">
          <ac:chgData name="dtrott@udel.edu" userId="S::urn:spo:guest#dtrott@udel.edu::" providerId="AD" clId="Web-{094852F2-887E-026A-32B9-3ED94ACF60A7}" dt="2026-04-13T17:28:55.615" v="599" actId="1076"/>
          <ac:picMkLst>
            <pc:docMk/>
            <pc:sldMk cId="1074975526" sldId="302"/>
            <ac:picMk id="14" creationId="{B1E97215-9CF6-C430-7F04-B6546ED0A815}"/>
          </ac:picMkLst>
        </pc:picChg>
        <pc:picChg chg="add mod modCrop">
          <ac:chgData name="dtrott@udel.edu" userId="S::urn:spo:guest#dtrott@udel.edu::" providerId="AD" clId="Web-{094852F2-887E-026A-32B9-3ED94ACF60A7}" dt="2026-04-13T17:30:16.584" v="631" actId="1076"/>
          <ac:picMkLst>
            <pc:docMk/>
            <pc:sldMk cId="1074975526" sldId="302"/>
            <ac:picMk id="16" creationId="{CBE67C1C-7449-EFF4-864B-038D5877D578}"/>
          </ac:picMkLst>
        </pc:picChg>
        <pc:picChg chg="add del">
          <ac:chgData name="dtrott@udel.edu" userId="S::urn:spo:guest#dtrott@udel.edu::" providerId="AD" clId="Web-{094852F2-887E-026A-32B9-3ED94ACF60A7}" dt="2026-04-13T17:30:19.459" v="633"/>
          <ac:picMkLst>
            <pc:docMk/>
            <pc:sldMk cId="1074975526" sldId="302"/>
            <ac:picMk id="17" creationId="{805C80FA-EC0A-5561-416C-10B255A729BC}"/>
          </ac:picMkLst>
        </pc:picChg>
        <pc:picChg chg="add mod modCrop">
          <ac:chgData name="dtrott@udel.edu" userId="S::urn:spo:guest#dtrott@udel.edu::" providerId="AD" clId="Web-{094852F2-887E-026A-32B9-3ED94ACF60A7}" dt="2026-04-13T17:30:46.412" v="644" actId="1076"/>
          <ac:picMkLst>
            <pc:docMk/>
            <pc:sldMk cId="1074975526" sldId="302"/>
            <ac:picMk id="18" creationId="{6A615F95-2CE2-2E12-20C3-F62A60E3B06D}"/>
          </ac:picMkLst>
        </pc:picChg>
        <pc:cxnChg chg="add mod">
          <ac:chgData name="dtrott@udel.edu" userId="S::urn:spo:guest#dtrott@udel.edu::" providerId="AD" clId="Web-{094852F2-887E-026A-32B9-3ED94ACF60A7}" dt="2026-04-13T17:30:08.240" v="625" actId="14100"/>
          <ac:cxnSpMkLst>
            <pc:docMk/>
            <pc:sldMk cId="1074975526" sldId="302"/>
            <ac:cxnSpMk id="8" creationId="{566A0290-7B6E-56CE-0E57-7DDE50FA1997}"/>
          </ac:cxnSpMkLst>
        </pc:cxnChg>
        <pc:cxnChg chg="add mod">
          <ac:chgData name="dtrott@udel.edu" userId="S::urn:spo:guest#dtrott@udel.edu::" providerId="AD" clId="Web-{094852F2-887E-026A-32B9-3ED94ACF60A7}" dt="2026-04-13T17:31:00.068" v="648" actId="14100"/>
          <ac:cxnSpMkLst>
            <pc:docMk/>
            <pc:sldMk cId="1074975526" sldId="302"/>
            <ac:cxnSpMk id="9" creationId="{10F24FA1-C333-10CF-D718-A36130F89156}"/>
          </ac:cxnSpMkLst>
        </pc:cxnChg>
      </pc:sldChg>
    </pc:docChg>
  </pc:docChgLst>
  <pc:docChgLst>
    <pc:chgData name="KOO Brian" userId="1f78b3fc-b008-43ca-9ff4-f28a5bf44b7c" providerId="ADAL" clId="{02B1E45E-2BEB-45CF-B983-2F184D401C9A}"/>
    <pc:docChg chg="custSel addSld delSld modSld">
      <pc:chgData name="KOO Brian" userId="1f78b3fc-b008-43ca-9ff4-f28a5bf44b7c" providerId="ADAL" clId="{02B1E45E-2BEB-45CF-B983-2F184D401C9A}" dt="2026-04-10T15:01:48.737" v="14" actId="4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34343"/>
                </a:solidFill>
              </a:rPr>
              <a:t>AI-generated image using DALL·E (OpenAI), 2026.</a:t>
            </a:r>
            <a:endParaRPr sz="10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b706fc5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b706fc5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epth-first.com/articles/2021/06/30/writing-aromatic-smiles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1.png"/><Relationship Id="rId7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19.png"/><Relationship Id="rId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2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pb-us-w2.wpmucdn.com/sites.udel.edu/dist/d/12003/files/2025/02/DuPont.pdf" TargetMode="External"/><Relationship Id="rId2" Type="http://schemas.openxmlformats.org/officeDocument/2006/relationships/hyperlink" Target="https://github.com/NRT-hackathon/2024-DuPont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443999"/>
            <a:ext cx="8520600" cy="23113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">
                <a:latin typeface="Roboto"/>
                <a:ea typeface="Roboto"/>
                <a:cs typeface="Roboto"/>
              </a:rPr>
              <a:t>Modeling Heat Stabilizer Performance​ for Polymer Formulations</a:t>
            </a:r>
            <a:endParaRPr lang="en-US">
              <a:latin typeface="Roboto"/>
              <a:ea typeface="Roboto"/>
              <a:cs typeface="Robot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75" y="4393200"/>
            <a:ext cx="2503250" cy="5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987600" y="2796317"/>
            <a:ext cx="7168800" cy="7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1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By: Kalyani Jaywant </a:t>
            </a:r>
            <a:r>
              <a:rPr lang="en" sz="18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Khandait</a:t>
            </a:r>
            <a:r>
              <a:rPr lang="en" sz="1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, Daniyar </a:t>
            </a:r>
            <a:r>
              <a:rPr lang="en" sz="1800" err="1">
                <a:solidFill>
                  <a:schemeClr val="tx1"/>
                </a:solidFill>
                <a:ea typeface="Roboto"/>
              </a:rPr>
              <a:t>Abykhanov</a:t>
            </a:r>
            <a:r>
              <a:rPr lang="en" sz="1800">
                <a:solidFill>
                  <a:schemeClr val="tx1"/>
                </a:solidFill>
                <a:ea typeface="Roboto"/>
              </a:rPr>
              <a:t>, Dylan Trott</a:t>
            </a:r>
            <a:endParaRPr lang="en" sz="1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l="12008" t="17898" r="21827" b="44938"/>
          <a:stretch/>
        </p:blipFill>
        <p:spPr>
          <a:xfrm>
            <a:off x="3786075" y="3163580"/>
            <a:ext cx="5046226" cy="189175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4120350" y="4707600"/>
            <a:ext cx="5472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54265" y="739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">
                <a:latin typeface="Roboto"/>
                <a:ea typeface="Roboto"/>
                <a:cs typeface="Roboto"/>
                <a:sym typeface="Georgia"/>
              </a:rPr>
              <a:t>About Our Project</a:t>
            </a:r>
            <a:endParaRPr lang="en-US">
              <a:latin typeface="Roboto"/>
              <a:ea typeface="Roboto"/>
              <a:cs typeface="Roboto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56127" y="1015038"/>
            <a:ext cx="4214457" cy="284393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indent="-285750">
              <a:buClr>
                <a:srgbClr val="000000"/>
              </a:buClr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Arkema is a large-scale industrial chemical manufacturer</a:t>
            </a:r>
            <a:endParaRPr lang="en-US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114300" indent="0">
              <a:lnSpc>
                <a:spcPct val="114999"/>
              </a:lnSpc>
              <a:buClr>
                <a:srgbClr val="000000"/>
              </a:buClr>
              <a:buNone/>
            </a:pPr>
            <a:endParaRPr lang="en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400050" indent="-285750">
              <a:buClr>
                <a:srgbClr val="000000"/>
              </a:buClr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Our project is working with their </a:t>
            </a:r>
            <a:r>
              <a:rPr lang="en" sz="1600" b="1" err="1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thiochemicals</a:t>
            </a:r>
            <a:r>
              <a:rPr lang="en" sz="1600" b="1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 </a:t>
            </a: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department, which specializes in sulfur-based compounds </a:t>
            </a:r>
            <a:endParaRPr lang="en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400050" indent="-285750">
              <a:lnSpc>
                <a:spcPct val="114999"/>
              </a:lnSpc>
              <a:buClr>
                <a:srgbClr val="000000"/>
              </a:buClr>
            </a:pPr>
            <a:endParaRPr lang="en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400050" indent="-285750">
              <a:lnSpc>
                <a:spcPct val="114999"/>
              </a:lnSpc>
              <a:buClr>
                <a:srgbClr val="000000"/>
              </a:buClr>
            </a:pPr>
            <a:r>
              <a:rPr lang="en-US" sz="16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Arkema makes a variety of products such as odorizers for gases, chemicals to improve fertilizer, and additives to animal feed</a:t>
            </a:r>
            <a:endParaRPr lang="en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596900" lvl="1" indent="0">
              <a:lnSpc>
                <a:spcPct val="114999"/>
              </a:lnSpc>
              <a:buClr>
                <a:srgbClr val="000000"/>
              </a:buClr>
              <a:buNone/>
            </a:pPr>
            <a:endParaRPr lang="en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F7A18D-A4AB-A130-BE16-A7AAAEE65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220" y="3133279"/>
            <a:ext cx="3655444" cy="12377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852684-4B75-7121-B0CD-3D2FFB920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1223" y="1713040"/>
            <a:ext cx="3655443" cy="11854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F0A093-1DAF-17A8-E43C-B8709374A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605" y="196657"/>
            <a:ext cx="3658679" cy="1236094"/>
          </a:xfrm>
          <a:prstGeom prst="rect">
            <a:avLst/>
          </a:prstGeom>
        </p:spPr>
      </p:pic>
      <p:pic>
        <p:nvPicPr>
          <p:cNvPr id="7" name="Google Shape;55;p13">
            <a:extLst>
              <a:ext uri="{FF2B5EF4-FFF2-40B4-BE49-F238E27FC236}">
                <a16:creationId xmlns:a16="http://schemas.microsoft.com/office/drawing/2014/main" id="{451EA08A-7E2F-0574-BB02-BEDB23E476D7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530" y="4441399"/>
            <a:ext cx="2503250" cy="5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66B101-81E6-0927-2EB5-B482D4FA08FF}"/>
              </a:ext>
            </a:extLst>
          </p:cNvPr>
          <p:cNvSpPr txBox="1"/>
          <p:nvPr/>
        </p:nvSpPr>
        <p:spPr>
          <a:xfrm>
            <a:off x="5357812" y="4772025"/>
            <a:ext cx="45720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latin typeface="Roboto"/>
                <a:ea typeface="Roboto"/>
                <a:cs typeface="Roboto"/>
              </a:rPr>
              <a:t>Image Source: https://www.arkema.com/global/en/products/product-families/</a:t>
            </a:r>
          </a:p>
          <a:p>
            <a:pPr algn="ctr"/>
            <a:endParaRPr lang="en-US" sz="800">
              <a:latin typeface="Roboto"/>
              <a:ea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0DAB6-3587-97AE-B095-8A0F1944A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075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Problem Statement</a:t>
            </a:r>
          </a:p>
        </p:txBody>
      </p:sp>
      <p:sp>
        <p:nvSpPr>
          <p:cNvPr id="4" name="Google Shape;71;p15">
            <a:extLst>
              <a:ext uri="{FF2B5EF4-FFF2-40B4-BE49-F238E27FC236}">
                <a16:creationId xmlns:a16="http://schemas.microsoft.com/office/drawing/2014/main" id="{0637378E-21B3-17E0-14CA-C81B0D5372AC}"/>
              </a:ext>
            </a:extLst>
          </p:cNvPr>
          <p:cNvSpPr txBox="1">
            <a:spLocks noGrp="1"/>
          </p:cNvSpPr>
          <p:nvPr/>
        </p:nvSpPr>
        <p:spPr>
          <a:xfrm>
            <a:off x="251972" y="732638"/>
            <a:ext cx="4718758" cy="299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" sz="1600" b="1">
                <a:solidFill>
                  <a:srgbClr val="2A2A68"/>
                </a:solidFill>
                <a:latin typeface="Roboto"/>
                <a:ea typeface="Roboto"/>
                <a:cs typeface="Roboto"/>
                <a:sym typeface="Georgia"/>
              </a:rPr>
              <a:t>Problem to address: </a:t>
            </a:r>
            <a:endParaRPr lang="en-US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Polymers react spontaneously with oxygen at higher temperatures, creating destructive peroxyl radicals</a:t>
            </a:r>
            <a:endParaRPr lang="en-US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" sz="1600" b="1">
                <a:solidFill>
                  <a:srgbClr val="2A2A68"/>
                </a:solidFill>
                <a:latin typeface="Roboto"/>
                <a:ea typeface="Roboto"/>
                <a:cs typeface="Roboto"/>
                <a:sym typeface="Georgia"/>
              </a:rPr>
              <a:t>To prevent oxygen degradation:</a:t>
            </a:r>
            <a:endParaRPr sz="1600" b="1">
              <a:solidFill>
                <a:srgbClr val="2A2A68"/>
              </a:solidFill>
              <a:latin typeface="Roboto"/>
              <a:ea typeface="Roboto"/>
              <a:cs typeface="Roboto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  <a:sym typeface="Georgia"/>
              </a:rPr>
              <a:t>Use a radical scavenger to ‘quench’ the radicals before they degrade the product</a:t>
            </a:r>
            <a:endParaRPr lang="en" sz="160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The effectiveness of a radical scavenger depends on the kinetic rate constant </a:t>
            </a:r>
            <a:r>
              <a:rPr lang="en" sz="1600" b="1" i="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k</a:t>
            </a:r>
            <a:r>
              <a:rPr lang="en" sz="16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</a:t>
            </a:r>
          </a:p>
        </p:txBody>
      </p:sp>
      <p:grpSp>
        <p:nvGrpSpPr>
          <p:cNvPr id="11" name="Google Shape;72;p15">
            <a:extLst>
              <a:ext uri="{FF2B5EF4-FFF2-40B4-BE49-F238E27FC236}">
                <a16:creationId xmlns:a16="http://schemas.microsoft.com/office/drawing/2014/main" id="{973312AD-D506-3D43-A208-D1E2ABADF56C}"/>
              </a:ext>
            </a:extLst>
          </p:cNvPr>
          <p:cNvGrpSpPr/>
          <p:nvPr/>
        </p:nvGrpSpPr>
        <p:grpSpPr>
          <a:xfrm>
            <a:off x="5464324" y="630655"/>
            <a:ext cx="3314700" cy="2853175"/>
            <a:chOff x="5546950" y="1174613"/>
            <a:chExt cx="3314700" cy="2853175"/>
          </a:xfrm>
        </p:grpSpPr>
        <p:pic>
          <p:nvPicPr>
            <p:cNvPr id="14" name="Google Shape;73;p15">
              <a:extLst>
                <a:ext uri="{FF2B5EF4-FFF2-40B4-BE49-F238E27FC236}">
                  <a16:creationId xmlns:a16="http://schemas.microsoft.com/office/drawing/2014/main" id="{07938362-A01C-10AA-18AB-C5A930C8E0F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b="11902"/>
            <a:stretch/>
          </p:blipFill>
          <p:spPr>
            <a:xfrm>
              <a:off x="5546950" y="1174613"/>
              <a:ext cx="3314700" cy="2853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74;p15">
              <a:extLst>
                <a:ext uri="{FF2B5EF4-FFF2-40B4-BE49-F238E27FC236}">
                  <a16:creationId xmlns:a16="http://schemas.microsoft.com/office/drawing/2014/main" id="{20B2C3E2-D2FA-7989-F06A-20FFCC5771FE}"/>
                </a:ext>
              </a:extLst>
            </p:cNvPr>
            <p:cNvSpPr/>
            <p:nvPr/>
          </p:nvSpPr>
          <p:spPr>
            <a:xfrm>
              <a:off x="5910275" y="3920088"/>
              <a:ext cx="2584800" cy="107700"/>
            </a:xfrm>
            <a:prstGeom prst="rect">
              <a:avLst/>
            </a:prstGeom>
            <a:solidFill>
              <a:srgbClr val="9CD3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75;p15">
            <a:extLst>
              <a:ext uri="{FF2B5EF4-FFF2-40B4-BE49-F238E27FC236}">
                <a16:creationId xmlns:a16="http://schemas.microsoft.com/office/drawing/2014/main" id="{469EB1C0-7A23-EB01-EE96-83D38B04E17A}"/>
              </a:ext>
            </a:extLst>
          </p:cNvPr>
          <p:cNvSpPr txBox="1"/>
          <p:nvPr/>
        </p:nvSpPr>
        <p:spPr>
          <a:xfrm>
            <a:off x="6341254" y="3725364"/>
            <a:ext cx="1960200" cy="6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Image generated using Google Gemini</a:t>
            </a:r>
            <a:endParaRPr sz="1300" i="1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81C2305A-1F4D-B0A1-A3FB-9FD906EEE9E1}"/>
              </a:ext>
            </a:extLst>
          </p:cNvPr>
          <p:cNvSpPr/>
          <p:nvPr/>
        </p:nvSpPr>
        <p:spPr>
          <a:xfrm>
            <a:off x="140502" y="2317761"/>
            <a:ext cx="500062" cy="428624"/>
          </a:xfrm>
          <a:prstGeom prst="star5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49A62-5A55-15E4-6E4C-80EFBEBD9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02" y="3672516"/>
            <a:ext cx="4886325" cy="619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4964B3-2D03-8065-6FC6-A695302F7D4B}"/>
              </a:ext>
            </a:extLst>
          </p:cNvPr>
          <p:cNvSpPr txBox="1"/>
          <p:nvPr/>
        </p:nvSpPr>
        <p:spPr>
          <a:xfrm>
            <a:off x="564608" y="4289670"/>
            <a:ext cx="45368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Roboto"/>
                <a:ea typeface="Roboto"/>
                <a:cs typeface="Roboto"/>
              </a:rPr>
              <a:t>Common antioxidant reaction pathway (X = S, O, N): Hydrogen Atom Transfer (HAT)</a:t>
            </a:r>
          </a:p>
        </p:txBody>
      </p:sp>
    </p:spTree>
    <p:extLst>
      <p:ext uri="{BB962C8B-B14F-4D97-AF65-F5344CB8AC3E}">
        <p14:creationId xmlns:p14="http://schemas.microsoft.com/office/powerpoint/2010/main" val="4083245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CCB0C55-A8B9-831B-5C2D-B2F31B500B0F}"/>
              </a:ext>
            </a:extLst>
          </p:cNvPr>
          <p:cNvSpPr/>
          <p:nvPr/>
        </p:nvSpPr>
        <p:spPr>
          <a:xfrm>
            <a:off x="2468586" y="3097235"/>
            <a:ext cx="4660509" cy="1821327"/>
          </a:xfrm>
          <a:prstGeom prst="roundRect">
            <a:avLst/>
          </a:prstGeom>
          <a:solidFill>
            <a:srgbClr val="FFEAB8">
              <a:alpha val="82000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3D8AD9-8C9E-9623-66E0-70AFE47663ED}"/>
              </a:ext>
            </a:extLst>
          </p:cNvPr>
          <p:cNvSpPr/>
          <p:nvPr/>
        </p:nvSpPr>
        <p:spPr>
          <a:xfrm>
            <a:off x="4901126" y="862528"/>
            <a:ext cx="4081155" cy="1940432"/>
          </a:xfrm>
          <a:prstGeom prst="roundRect">
            <a:avLst/>
          </a:prstGeom>
          <a:solidFill>
            <a:srgbClr val="91ED9F">
              <a:alpha val="76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39B9F-79E7-EA7F-1461-50D336946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38" y="78402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Project Goal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9756FC9-0894-DE39-748A-43A4C1C39300}"/>
              </a:ext>
            </a:extLst>
          </p:cNvPr>
          <p:cNvSpPr/>
          <p:nvPr/>
        </p:nvSpPr>
        <p:spPr>
          <a:xfrm>
            <a:off x="270509" y="862525"/>
            <a:ext cx="4074356" cy="19385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8E3896-C7CF-0525-2DA1-1C6F2ABDE63E}"/>
              </a:ext>
            </a:extLst>
          </p:cNvPr>
          <p:cNvSpPr txBox="1"/>
          <p:nvPr/>
        </p:nvSpPr>
        <p:spPr>
          <a:xfrm>
            <a:off x="465029" y="1017584"/>
            <a:ext cx="3671679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Roboto"/>
                <a:ea typeface="Roboto"/>
                <a:cs typeface="Roboto"/>
              </a:rPr>
              <a:t>Project goal:</a:t>
            </a:r>
            <a:r>
              <a:rPr lang="en-US" sz="2000">
                <a:latin typeface="Roboto"/>
                <a:ea typeface="Roboto"/>
                <a:cs typeface="Roboto"/>
              </a:rPr>
              <a:t> Develop a model correlating experimental k values with material properties to inform Arkema's future antioxidant design</a:t>
            </a:r>
            <a:endParaRPr 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ED4AA5-D8EB-3419-2C56-15E0DCA83EF0}"/>
              </a:ext>
            </a:extLst>
          </p:cNvPr>
          <p:cNvSpPr txBox="1"/>
          <p:nvPr/>
        </p:nvSpPr>
        <p:spPr>
          <a:xfrm>
            <a:off x="5176664" y="1090555"/>
            <a:ext cx="3537284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Roboto"/>
                <a:ea typeface="Roboto"/>
                <a:cs typeface="Roboto"/>
              </a:rPr>
              <a:t>Changes in approach:</a:t>
            </a:r>
            <a:r>
              <a:rPr lang="en-US" sz="2000">
                <a:latin typeface="Roboto"/>
                <a:ea typeface="Roboto"/>
                <a:cs typeface="Roboto"/>
              </a:rPr>
              <a:t> No major changes. Our computational approach has remained consistent.</a:t>
            </a:r>
            <a:endParaRPr lang="en-US"/>
          </a:p>
          <a:p>
            <a:pPr marL="285750" indent="-285750">
              <a:buChar char="•"/>
            </a:pPr>
            <a:endParaRPr lang="en-US" sz="2000" b="1">
              <a:latin typeface="Roboto"/>
              <a:ea typeface="Roboto"/>
              <a:cs typeface="Robot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A72292-CCD7-F8A1-ECB0-2826962FC786}"/>
              </a:ext>
            </a:extLst>
          </p:cNvPr>
          <p:cNvSpPr txBox="1"/>
          <p:nvPr/>
        </p:nvSpPr>
        <p:spPr>
          <a:xfrm>
            <a:off x="2872155" y="3150577"/>
            <a:ext cx="4572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Roboto"/>
              </a:rPr>
              <a:t>Unique Challenges</a:t>
            </a:r>
            <a:r>
              <a:rPr lang="en-US" sz="2000" b="1" i="0" u="none" strike="noStrike" baseline="0">
                <a:solidFill>
                  <a:srgbClr val="000000"/>
                </a:solidFill>
                <a:latin typeface="Roboto"/>
                <a:ea typeface="Arial"/>
                <a:cs typeface="Arial"/>
              </a:rPr>
              <a:t>:</a:t>
            </a:r>
            <a:r>
              <a:rPr lang="en-US" sz="2000" b="0" i="0" u="none" strike="noStrike" baseline="0">
                <a:solidFill>
                  <a:srgbClr val="000000"/>
                </a:solidFill>
                <a:latin typeface="Roboto"/>
                <a:ea typeface="Arial"/>
                <a:cs typeface="Arial"/>
              </a:rPr>
              <a:t> </a:t>
            </a:r>
            <a:r>
              <a:rPr lang="en-US" sz="2000" b="0" i="0">
                <a:solidFill>
                  <a:srgbClr val="000000"/>
                </a:solidFill>
                <a:latin typeface="Roboto"/>
                <a:ea typeface="Arial"/>
                <a:cs typeface="Arial"/>
              </a:rPr>
              <a:t>​</a:t>
            </a:r>
          </a:p>
          <a:p>
            <a:pPr marL="342900" indent="-342900">
              <a:buFont typeface="Calibri"/>
              <a:buChar char="-"/>
            </a:pPr>
            <a:r>
              <a:rPr lang="en-US" sz="2000" b="0" i="0" u="none" strike="noStrike" baseline="0">
                <a:solidFill>
                  <a:srgbClr val="000000"/>
                </a:solidFill>
                <a:latin typeface="Roboto"/>
                <a:ea typeface="Arial"/>
                <a:cs typeface="Arial"/>
              </a:rPr>
              <a:t>Identification </a:t>
            </a:r>
            <a:r>
              <a:rPr lang="en-US" sz="2000">
                <a:latin typeface="Roboto"/>
              </a:rPr>
              <a:t>of molecular parameters</a:t>
            </a:r>
            <a:r>
              <a:rPr lang="en-US" sz="2000" b="0" i="0" u="none" strike="noStrike" baseline="0">
                <a:solidFill>
                  <a:srgbClr val="000000"/>
                </a:solidFill>
                <a:latin typeface="Roboto"/>
                <a:ea typeface="Arial"/>
                <a:cs typeface="Arial"/>
              </a:rPr>
              <a:t> </a:t>
            </a:r>
            <a:r>
              <a:rPr lang="en-US" sz="2000">
                <a:latin typeface="Roboto"/>
              </a:rPr>
              <a:t>which influence</a:t>
            </a:r>
            <a:r>
              <a:rPr lang="en-US" sz="2000" b="0" i="0" u="none" strike="noStrike" baseline="0">
                <a:solidFill>
                  <a:srgbClr val="000000"/>
                </a:solidFill>
                <a:latin typeface="Roboto"/>
                <a:ea typeface="Arial"/>
                <a:cs typeface="Arial"/>
              </a:rPr>
              <a:t> </a:t>
            </a:r>
            <a:r>
              <a:rPr lang="en-US" sz="2000" b="1" i="0" u="none" strike="noStrike" baseline="0">
                <a:solidFill>
                  <a:srgbClr val="000000"/>
                </a:solidFill>
                <a:latin typeface="Roboto"/>
                <a:ea typeface="Arial"/>
                <a:cs typeface="Arial"/>
              </a:rPr>
              <a:t>k</a:t>
            </a:r>
            <a:r>
              <a:rPr lang="en-US" sz="2000" b="0" i="0">
                <a:solidFill>
                  <a:srgbClr val="000000"/>
                </a:solidFill>
                <a:latin typeface="Roboto"/>
                <a:ea typeface="Arial"/>
                <a:cs typeface="Arial"/>
              </a:rPr>
              <a:t>​</a:t>
            </a:r>
          </a:p>
          <a:p>
            <a:pPr marL="342900" indent="-342900">
              <a:buFont typeface="Calibri"/>
              <a:buChar char="-"/>
            </a:pPr>
            <a:r>
              <a:rPr lang="en-US" sz="2000" b="0" i="0" u="none" strike="noStrike" baseline="0">
                <a:solidFill>
                  <a:srgbClr val="000000"/>
                </a:solidFill>
                <a:latin typeface="Roboto"/>
                <a:ea typeface="Arial"/>
                <a:cs typeface="Arial"/>
              </a:rPr>
              <a:t>Finding an </a:t>
            </a:r>
            <a:r>
              <a:rPr lang="en-US" sz="2000">
                <a:latin typeface="Roboto"/>
              </a:rPr>
              <a:t>optimal reduction</a:t>
            </a:r>
            <a:r>
              <a:rPr lang="en-US" sz="2000" b="0" i="0" u="none" strike="noStrike" baseline="0">
                <a:solidFill>
                  <a:srgbClr val="000000"/>
                </a:solidFill>
                <a:latin typeface="Roboto"/>
                <a:ea typeface="Arial"/>
                <a:cs typeface="Arial"/>
              </a:rPr>
              <a:t> technique</a:t>
            </a:r>
            <a:r>
              <a:rPr lang="en-US" sz="2000">
                <a:latin typeface="Roboto"/>
              </a:rPr>
              <a:t> </a:t>
            </a:r>
            <a:r>
              <a:rPr lang="en-US" sz="2000" b="0" i="0" u="none" strike="noStrike" baseline="0">
                <a:solidFill>
                  <a:srgbClr val="000000"/>
                </a:solidFill>
                <a:latin typeface="Roboto"/>
                <a:ea typeface="Arial"/>
                <a:cs typeface="Arial"/>
              </a:rPr>
              <a:t>(time consuming)</a:t>
            </a:r>
            <a:r>
              <a:rPr lang="en-US" sz="2000" b="0" i="0">
                <a:solidFill>
                  <a:srgbClr val="000000"/>
                </a:solidFill>
                <a:latin typeface="Roboto"/>
                <a:ea typeface="Arial"/>
                <a:cs typeface="Arial"/>
              </a:rPr>
              <a:t>​</a:t>
            </a:r>
          </a:p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81159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0957-9CEA-380D-2B2F-4FEC85B4C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6699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Data Acquisition Approach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E0769786-838E-650D-AA02-B2601B85DD8E}"/>
              </a:ext>
            </a:extLst>
          </p:cNvPr>
          <p:cNvSpPr txBox="1"/>
          <p:nvPr/>
        </p:nvSpPr>
        <p:spPr>
          <a:xfrm>
            <a:off x="4649959" y="429618"/>
            <a:ext cx="4563792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>
                <a:latin typeface="Roboto"/>
                <a:ea typeface="Roboto"/>
                <a:cs typeface="Roboto"/>
              </a:rPr>
              <a:t>Two main groups of data:</a:t>
            </a:r>
            <a:endParaRPr lang="en-US" sz="2000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2E4DBAD8-F904-06EA-4E32-4FFDA1659BFF}"/>
              </a:ext>
            </a:extLst>
          </p:cNvPr>
          <p:cNvSpPr txBox="1"/>
          <p:nvPr/>
        </p:nvSpPr>
        <p:spPr>
          <a:xfrm>
            <a:off x="4906672" y="2350768"/>
            <a:ext cx="1790700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>
                <a:latin typeface="Roboto"/>
                <a:ea typeface="Roboto"/>
                <a:cs typeface="Roboto"/>
              </a:rPr>
              <a:t>Experimental data from literature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D142AD72-28A1-7BD4-A9D2-657331C2126F}"/>
              </a:ext>
            </a:extLst>
          </p:cNvPr>
          <p:cNvSpPr txBox="1"/>
          <p:nvPr/>
        </p:nvSpPr>
        <p:spPr>
          <a:xfrm>
            <a:off x="6790914" y="2337493"/>
            <a:ext cx="2283774" cy="107721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>
                <a:latin typeface="Roboto"/>
                <a:ea typeface="Roboto"/>
                <a:cs typeface="Roboto"/>
              </a:rPr>
              <a:t>Molecular information from Morgan Fingerprint and Birt/</a:t>
            </a:r>
            <a:r>
              <a:rPr lang="en-US" sz="1600" err="1">
                <a:latin typeface="Roboto"/>
                <a:ea typeface="Roboto"/>
                <a:cs typeface="Roboto"/>
              </a:rPr>
              <a:t>RDKit</a:t>
            </a:r>
            <a:r>
              <a:rPr lang="en-US" sz="1600">
                <a:latin typeface="Roboto"/>
                <a:ea typeface="Roboto"/>
                <a:cs typeface="Roboto"/>
              </a:rPr>
              <a:t> descriptors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3CB02A9E-D663-4C7C-C903-338EACCC077B}"/>
              </a:ext>
            </a:extLst>
          </p:cNvPr>
          <p:cNvSpPr txBox="1"/>
          <p:nvPr/>
        </p:nvSpPr>
        <p:spPr>
          <a:xfrm>
            <a:off x="5943628" y="4234736"/>
            <a:ext cx="1998345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>
                <a:latin typeface="Roboto"/>
                <a:ea typeface="Roboto"/>
                <a:cs typeface="Roboto"/>
              </a:rPr>
              <a:t>SMILES String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6A0290-7B6E-56CE-0E57-7DDE50FA1997}"/>
              </a:ext>
            </a:extLst>
          </p:cNvPr>
          <p:cNvCxnSpPr/>
          <p:nvPr/>
        </p:nvCxnSpPr>
        <p:spPr>
          <a:xfrm>
            <a:off x="5853436" y="3429706"/>
            <a:ext cx="182703" cy="6251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0F24FA1-C333-10CF-D718-A36130F89156}"/>
              </a:ext>
            </a:extLst>
          </p:cNvPr>
          <p:cNvCxnSpPr/>
          <p:nvPr/>
        </p:nvCxnSpPr>
        <p:spPr>
          <a:xfrm flipH="1">
            <a:off x="7562187" y="3457406"/>
            <a:ext cx="251519" cy="5738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7D37FD-CE0D-F70D-A2BB-C48366EF394E}"/>
              </a:ext>
            </a:extLst>
          </p:cNvPr>
          <p:cNvSpPr/>
          <p:nvPr/>
        </p:nvSpPr>
        <p:spPr>
          <a:xfrm>
            <a:off x="598218" y="1436858"/>
            <a:ext cx="3440723" cy="2264898"/>
          </a:xfrm>
          <a:prstGeom prst="roundRect">
            <a:avLst/>
          </a:prstGeom>
          <a:solidFill>
            <a:srgbClr val="F59898">
              <a:alpha val="4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FED81A7A-40E8-A1B8-902F-81EC60D436C4}"/>
              </a:ext>
            </a:extLst>
          </p:cNvPr>
          <p:cNvSpPr txBox="1"/>
          <p:nvPr/>
        </p:nvSpPr>
        <p:spPr>
          <a:xfrm>
            <a:off x="674587" y="1603521"/>
            <a:ext cx="3290014" cy="1938992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>
                <a:latin typeface="Roboto"/>
                <a:ea typeface="Roboto"/>
                <a:cs typeface="Roboto"/>
              </a:rPr>
              <a:t>Rate constant </a:t>
            </a:r>
            <a:r>
              <a:rPr lang="en-US" sz="2000" b="1">
                <a:latin typeface="Roboto"/>
                <a:ea typeface="Roboto"/>
                <a:cs typeface="Roboto"/>
              </a:rPr>
              <a:t>k </a:t>
            </a:r>
            <a:r>
              <a:rPr lang="en-US" sz="2000">
                <a:latin typeface="Roboto"/>
                <a:ea typeface="Roboto"/>
                <a:cs typeface="Roboto"/>
              </a:rPr>
              <a:t>is </a:t>
            </a:r>
            <a:r>
              <a:rPr lang="en-US" sz="2000" i="1">
                <a:latin typeface="Roboto"/>
                <a:ea typeface="Roboto"/>
                <a:cs typeface="Roboto"/>
              </a:rPr>
              <a:t>not </a:t>
            </a:r>
            <a:r>
              <a:rPr lang="en-US" sz="2000">
                <a:latin typeface="Roboto"/>
                <a:ea typeface="Roboto"/>
                <a:cs typeface="Roboto"/>
              </a:rPr>
              <a:t>an intrinsic material property. Instead, the precise value depends on chemical structure </a:t>
            </a:r>
            <a:r>
              <a:rPr lang="en-US" sz="2000" b="1">
                <a:latin typeface="Roboto"/>
                <a:ea typeface="Roboto"/>
                <a:cs typeface="Roboto"/>
              </a:rPr>
              <a:t>and </a:t>
            </a:r>
            <a:r>
              <a:rPr lang="en-US" sz="2000">
                <a:latin typeface="Roboto"/>
                <a:ea typeface="Roboto"/>
                <a:cs typeface="Roboto"/>
              </a:rPr>
              <a:t>experimental conditions.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E97215-9CF6-C430-7F04-B6546ED0A8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1" r="58220" b="-614"/>
          <a:stretch>
            <a:fillRect/>
          </a:stretch>
        </p:blipFill>
        <p:spPr>
          <a:xfrm>
            <a:off x="4213629" y="3935290"/>
            <a:ext cx="1585394" cy="12075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737935-8C0E-1647-DADB-A9D454AE7150}"/>
              </a:ext>
            </a:extLst>
          </p:cNvPr>
          <p:cNvSpPr txBox="1"/>
          <p:nvPr/>
        </p:nvSpPr>
        <p:spPr>
          <a:xfrm>
            <a:off x="787160" y="4534259"/>
            <a:ext cx="325647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000"/>
              <a:t>Apodaca, R. L. </a:t>
            </a:r>
            <a:r>
              <a:rPr lang="en-US" sz="1000" i="1"/>
              <a:t>Writing Aromatic SMILES</a:t>
            </a:r>
            <a:r>
              <a:rPr lang="en-US" sz="1000"/>
              <a:t>. </a:t>
            </a:r>
            <a:r>
              <a:rPr lang="en-US" sz="1000">
                <a:hlinkClick r:id="rId3"/>
              </a:rPr>
              <a:t>http://depth-first.com/articles/2021/06/30/writing-aromatic-smiles/</a:t>
            </a:r>
            <a:r>
              <a:rPr lang="en-US" sz="1000"/>
              <a:t> (accessed 2026-04-13).</a:t>
            </a:r>
          </a:p>
          <a:p>
            <a:endParaRPr lang="en-US" sz="1000"/>
          </a:p>
          <a:p>
            <a:endParaRPr lang="en-US" sz="1000"/>
          </a:p>
          <a:p>
            <a:pPr algn="ctr"/>
            <a:endParaRPr lang="en-US" sz="10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BE67C1C-7449-EFF4-864B-038D5877D5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35" t="14915" r="51429" b="13752"/>
          <a:stretch>
            <a:fillRect/>
          </a:stretch>
        </p:blipFill>
        <p:spPr>
          <a:xfrm>
            <a:off x="5216663" y="914772"/>
            <a:ext cx="1294406" cy="13786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615F95-2CE2-2E12-20C3-F62A60E3B0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657" t="16852" r="9453" b="14354"/>
          <a:stretch>
            <a:fillRect/>
          </a:stretch>
        </p:blipFill>
        <p:spPr>
          <a:xfrm>
            <a:off x="7343351" y="915427"/>
            <a:ext cx="1378366" cy="13852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FB4D62A-59A0-661E-4FD3-CE9296AED783}"/>
              </a:ext>
            </a:extLst>
          </p:cNvPr>
          <p:cNvSpPr txBox="1"/>
          <p:nvPr/>
        </p:nvSpPr>
        <p:spPr>
          <a:xfrm>
            <a:off x="6695947" y="4876901"/>
            <a:ext cx="251182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i="1"/>
              <a:t>Icons generated using google </a:t>
            </a:r>
            <a:r>
              <a:rPr lang="en-US" sz="1100" i="1" err="1"/>
              <a:t>gemini</a:t>
            </a:r>
            <a:endParaRPr lang="en-US" sz="1100" i="1"/>
          </a:p>
        </p:txBody>
      </p:sp>
    </p:spTree>
    <p:extLst>
      <p:ext uri="{BB962C8B-B14F-4D97-AF65-F5344CB8AC3E}">
        <p14:creationId xmlns:p14="http://schemas.microsoft.com/office/powerpoint/2010/main" val="1074975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3AC81-AD9A-A712-8F4F-B21A3A3E9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44" y="-2535"/>
            <a:ext cx="8520600" cy="572700"/>
          </a:xfrm>
        </p:spPr>
        <p:txBody>
          <a:bodyPr/>
          <a:lstStyle/>
          <a:p>
            <a:r>
              <a:rPr lang="en-US" sz="2500">
                <a:latin typeface="Roboto"/>
                <a:ea typeface="Roboto"/>
                <a:cs typeface="Roboto"/>
              </a:rPr>
              <a:t>Experimental data for our project </a:t>
            </a:r>
          </a:p>
          <a:p>
            <a:pPr algn="ctr"/>
            <a:endParaRPr lang="en-US" sz="1400">
              <a:latin typeface="Roboto"/>
              <a:ea typeface="Roboto"/>
              <a:cs typeface="Roboto"/>
            </a:endParaRPr>
          </a:p>
          <a:p>
            <a:endParaRPr lang="en-US">
              <a:latin typeface="Roboto"/>
              <a:ea typeface="Roboto"/>
              <a:cs typeface="Roboto"/>
            </a:endParaRP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8809C853-6508-EBB4-DF42-18353E057B2A}"/>
              </a:ext>
            </a:extLst>
          </p:cNvPr>
          <p:cNvSpPr txBox="1"/>
          <p:nvPr/>
        </p:nvSpPr>
        <p:spPr>
          <a:xfrm>
            <a:off x="205943" y="768294"/>
            <a:ext cx="6272603" cy="181588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>
                <a:latin typeface="Roboto"/>
                <a:ea typeface="Roboto"/>
                <a:cs typeface="Roboto"/>
              </a:rPr>
              <a:t>Experimental Data</a:t>
            </a:r>
            <a:endParaRPr lang="en-US" sz="1600">
              <a:latin typeface="Roboto"/>
              <a:ea typeface="Roboto"/>
              <a:cs typeface="Roboto"/>
            </a:endParaRPr>
          </a:p>
          <a:p>
            <a:pPr marL="228600" indent="-228600">
              <a:buFont typeface=""/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Data extracted from experimental papers on antioxidant reactivity</a:t>
            </a:r>
          </a:p>
          <a:p>
            <a:pPr marL="228600" indent="-228600">
              <a:buFont typeface=""/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Gives us </a:t>
            </a:r>
            <a:r>
              <a:rPr lang="en-US" sz="1600" b="1">
                <a:latin typeface="Roboto"/>
                <a:ea typeface="Roboto"/>
                <a:cs typeface="Roboto"/>
              </a:rPr>
              <a:t>k values. </a:t>
            </a:r>
            <a:r>
              <a:rPr lang="en-US" sz="1600">
                <a:latin typeface="Roboto"/>
                <a:ea typeface="Roboto"/>
                <a:cs typeface="Roboto"/>
              </a:rPr>
              <a:t>Also tells us about enthalpy, activation energy</a:t>
            </a:r>
          </a:p>
          <a:p>
            <a:pPr marL="228600" indent="-228600">
              <a:buFont typeface=""/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Details reactivity based on radical structure</a:t>
            </a:r>
          </a:p>
          <a:p>
            <a:pPr marL="685800" lvl="1" indent="-228600">
              <a:buFont typeface=""/>
              <a:buChar char="•"/>
            </a:pPr>
            <a:endParaRPr lang="en-US" sz="1600">
              <a:latin typeface="Roboto"/>
              <a:ea typeface="Roboto"/>
              <a:cs typeface="Roboto"/>
            </a:endParaRPr>
          </a:p>
          <a:p>
            <a:pPr algn="ctr"/>
            <a:endParaRPr lang="en-US" sz="1600">
              <a:latin typeface="Roboto"/>
              <a:ea typeface="Roboto"/>
              <a:cs typeface="Robo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E0D8DC-DC63-DC78-EE5B-03F203EC84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" t="100" r="7311" b="63387"/>
          <a:stretch>
            <a:fillRect/>
          </a:stretch>
        </p:blipFill>
        <p:spPr>
          <a:xfrm>
            <a:off x="819353" y="2329453"/>
            <a:ext cx="7595206" cy="1878623"/>
          </a:xfrm>
          <a:prstGeom prst="rect">
            <a:avLst/>
          </a:prstGeom>
        </p:spPr>
      </p:pic>
      <p:sp>
        <p:nvSpPr>
          <p:cNvPr id="7" name="TextBox 13">
            <a:extLst>
              <a:ext uri="{FF2B5EF4-FFF2-40B4-BE49-F238E27FC236}">
                <a16:creationId xmlns:a16="http://schemas.microsoft.com/office/drawing/2014/main" id="{6E69895F-9A0D-BE95-7033-2E1E74D8300B}"/>
              </a:ext>
            </a:extLst>
          </p:cNvPr>
          <p:cNvSpPr txBox="1"/>
          <p:nvPr/>
        </p:nvSpPr>
        <p:spPr>
          <a:xfrm>
            <a:off x="875359" y="4284133"/>
            <a:ext cx="5287023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i="1"/>
              <a:t>Our data set with over 1500 rows of experimental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EA9160-621C-B486-E9F4-5DABEF27764F}"/>
              </a:ext>
            </a:extLst>
          </p:cNvPr>
          <p:cNvSpPr txBox="1"/>
          <p:nvPr/>
        </p:nvSpPr>
        <p:spPr>
          <a:xfrm>
            <a:off x="6374068" y="136422"/>
            <a:ext cx="276532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latin typeface="Roboto"/>
                <a:ea typeface="Roboto"/>
                <a:cs typeface="Roboto"/>
              </a:rPr>
              <a:t>Experimental Data Sources: </a:t>
            </a:r>
          </a:p>
          <a:p>
            <a:pPr marL="285750" indent="-285750">
              <a:buFont typeface="Calibri"/>
              <a:buChar char="-"/>
            </a:pPr>
            <a:r>
              <a:rPr lang="en-US" sz="900">
                <a:latin typeface="Roboto"/>
                <a:ea typeface="Roboto"/>
                <a:cs typeface="Roboto"/>
              </a:rPr>
              <a:t>Handbook of Antioxidants: Bond Dissociation Energies, Rate Constants, Activation Energies, and Enthalpies of Reactions (1st ed.). E. Denisov. CRC Press. (1995)</a:t>
            </a:r>
          </a:p>
          <a:p>
            <a:pPr marL="285750" indent="-285750">
              <a:buFont typeface="Calibri"/>
              <a:buChar char="-"/>
            </a:pPr>
            <a:r>
              <a:rPr lang="en-US" sz="900" i="1">
                <a:latin typeface="Roboto"/>
                <a:ea typeface="Roboto"/>
                <a:cs typeface="Roboto"/>
              </a:rPr>
              <a:t>Rate constants for reactions of peroxyl radicals in fluid solutions </a:t>
            </a:r>
            <a:r>
              <a:rPr lang="en-US" sz="900">
                <a:latin typeface="Roboto"/>
                <a:ea typeface="Roboto"/>
                <a:cs typeface="Roboto"/>
              </a:rPr>
              <a:t>by Neta et al. Journal of Physical and Chemical Reference Data 19, 413 (1990)</a:t>
            </a:r>
          </a:p>
        </p:txBody>
      </p:sp>
    </p:spTree>
    <p:extLst>
      <p:ext uri="{BB962C8B-B14F-4D97-AF65-F5344CB8AC3E}">
        <p14:creationId xmlns:p14="http://schemas.microsoft.com/office/powerpoint/2010/main" val="1345906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27807-C6D6-8AEA-BE1A-202D8D4D6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06" y="18040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Molecular substructure data for our project</a:t>
            </a: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FE0D0D2C-0B04-1FBB-D251-8E252D5D41B7}"/>
              </a:ext>
            </a:extLst>
          </p:cNvPr>
          <p:cNvSpPr txBox="1"/>
          <p:nvPr/>
        </p:nvSpPr>
        <p:spPr>
          <a:xfrm>
            <a:off x="318426" y="991567"/>
            <a:ext cx="5245125" cy="181588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>
                <a:latin typeface="Roboto"/>
                <a:ea typeface="Roboto"/>
                <a:cs typeface="Roboto"/>
              </a:rPr>
              <a:t>Morgan Fingerprints:</a:t>
            </a:r>
            <a:endParaRPr lang="en-US" sz="1600"/>
          </a:p>
          <a:p>
            <a:endParaRPr lang="en-US" sz="1600" b="1">
              <a:latin typeface="Roboto"/>
              <a:ea typeface="Roboto"/>
              <a:cs typeface="Roboto"/>
            </a:endParaRPr>
          </a:p>
          <a:p>
            <a:pPr marL="228600" indent="-228600">
              <a:buFont typeface=""/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Generates topographical encodings of molecular structure</a:t>
            </a:r>
          </a:p>
          <a:p>
            <a:pPr marL="228600" indent="-228600">
              <a:buFont typeface=""/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Correlates similarities between structures</a:t>
            </a:r>
          </a:p>
          <a:p>
            <a:pPr marL="228600" indent="-228600">
              <a:buFont typeface=""/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Based on bit vectors </a:t>
            </a:r>
            <a:r>
              <a:rPr lang="en-US" sz="1600">
                <a:ea typeface="Roboto"/>
              </a:rPr>
              <a:t>→ </a:t>
            </a:r>
            <a:r>
              <a:rPr lang="en-US" sz="1600" i="1">
                <a:ea typeface="Roboto"/>
              </a:rPr>
              <a:t>not interpretable</a:t>
            </a:r>
            <a:endParaRPr lang="en-US" sz="1600" i="1">
              <a:latin typeface="Roboto"/>
              <a:ea typeface="Roboto"/>
              <a:cs typeface="Roboto"/>
            </a:endParaRPr>
          </a:p>
          <a:p>
            <a:pPr algn="ctr"/>
            <a:endParaRPr lang="en-US" sz="1600">
              <a:latin typeface="Roboto"/>
              <a:ea typeface="Roboto"/>
              <a:cs typeface="Roboto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164F623-ED1F-A051-419B-6918E19F7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837" y="1103793"/>
            <a:ext cx="3391685" cy="2548889"/>
          </a:xfrm>
          <a:prstGeom prst="rect">
            <a:avLst/>
          </a:prstGeom>
        </p:spPr>
      </p:pic>
      <p:sp>
        <p:nvSpPr>
          <p:cNvPr id="11" name="TextBox 17">
            <a:extLst>
              <a:ext uri="{FF2B5EF4-FFF2-40B4-BE49-F238E27FC236}">
                <a16:creationId xmlns:a16="http://schemas.microsoft.com/office/drawing/2014/main" id="{127C2DBA-C48C-5CF2-8ABA-79A770280598}"/>
              </a:ext>
            </a:extLst>
          </p:cNvPr>
          <p:cNvSpPr txBox="1"/>
          <p:nvPr/>
        </p:nvSpPr>
        <p:spPr>
          <a:xfrm>
            <a:off x="318425" y="2810534"/>
            <a:ext cx="5241255" cy="23229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>
                <a:latin typeface="Roboto"/>
                <a:ea typeface="Roboto"/>
                <a:cs typeface="Roboto"/>
              </a:rPr>
              <a:t>Birt/ </a:t>
            </a:r>
            <a:r>
              <a:rPr lang="en-US" sz="1600" b="1" err="1">
                <a:latin typeface="Roboto"/>
                <a:ea typeface="Roboto"/>
                <a:cs typeface="Roboto"/>
              </a:rPr>
              <a:t>RdKit</a:t>
            </a:r>
            <a:r>
              <a:rPr lang="en-US" sz="1600" b="1">
                <a:latin typeface="Roboto"/>
                <a:ea typeface="Roboto"/>
                <a:cs typeface="Roboto"/>
              </a:rPr>
              <a:t> Descriptors:</a:t>
            </a:r>
            <a:endParaRPr lang="en-US" sz="1600" b="1">
              <a:highlight>
                <a:srgbClr val="FFFF00"/>
              </a:highlight>
              <a:latin typeface="Roboto"/>
              <a:ea typeface="Roboto"/>
              <a:cs typeface="Roboto"/>
            </a:endParaRPr>
          </a:p>
          <a:p>
            <a:endParaRPr lang="en-US" sz="1600" b="1">
              <a:latin typeface="Roboto"/>
              <a:ea typeface="Roboto"/>
              <a:cs typeface="Roboto"/>
            </a:endParaRPr>
          </a:p>
          <a:p>
            <a:pPr marL="228600" indent="-228600">
              <a:buFont typeface=""/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Encodes chemical information such as molecular weight, hydrophobicity, # of H-bond donors</a:t>
            </a:r>
          </a:p>
          <a:p>
            <a:pPr marL="228600" indent="-228600">
              <a:buFont typeface=""/>
              <a:buChar char="•"/>
            </a:pPr>
            <a:r>
              <a:rPr lang="en-US" sz="1600">
                <a:latin typeface="Roboto"/>
                <a:ea typeface="Roboto"/>
                <a:cs typeface="Roboto"/>
              </a:rPr>
              <a:t>Describes structure-property relationships</a:t>
            </a:r>
          </a:p>
          <a:p>
            <a:pPr marL="228600" indent="-228600">
              <a:buFont typeface=""/>
              <a:buChar char="•"/>
            </a:pPr>
            <a:r>
              <a:rPr lang="en-US" sz="1600" i="1">
                <a:latin typeface="Roboto"/>
                <a:ea typeface="Roboto"/>
                <a:cs typeface="Roboto"/>
              </a:rPr>
              <a:t>Interpretable</a:t>
            </a:r>
          </a:p>
          <a:p>
            <a:pPr marL="228600" indent="-228600">
              <a:buFont typeface=""/>
              <a:buChar char="•"/>
            </a:pPr>
            <a:endParaRPr lang="en-US" sz="1600">
              <a:latin typeface="Roboto"/>
              <a:ea typeface="Roboto"/>
              <a:cs typeface="Roboto"/>
            </a:endParaRPr>
          </a:p>
          <a:p>
            <a:pPr marL="228600" indent="-228600">
              <a:buFont typeface=""/>
              <a:buChar char="•"/>
            </a:pPr>
            <a:endParaRPr lang="en-US" sz="1600">
              <a:latin typeface="Roboto"/>
              <a:ea typeface="Roboto"/>
              <a:cs typeface="Roboto"/>
            </a:endParaRPr>
          </a:p>
          <a:p>
            <a:pPr algn="ctr"/>
            <a:endParaRPr lang="en-US" sz="1600">
              <a:latin typeface="Roboto"/>
              <a:ea typeface="Roboto"/>
              <a:cs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6B5DF2-6663-C112-CD7C-9E5ADF533721}"/>
              </a:ext>
            </a:extLst>
          </p:cNvPr>
          <p:cNvSpPr txBox="1"/>
          <p:nvPr/>
        </p:nvSpPr>
        <p:spPr>
          <a:xfrm>
            <a:off x="6053504" y="3733800"/>
            <a:ext cx="244823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i="1"/>
              <a:t>Example output from our data set</a:t>
            </a:r>
          </a:p>
        </p:txBody>
      </p:sp>
    </p:spTree>
    <p:extLst>
      <p:ext uri="{BB962C8B-B14F-4D97-AF65-F5344CB8AC3E}">
        <p14:creationId xmlns:p14="http://schemas.microsoft.com/office/powerpoint/2010/main" val="3703292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7D6B1-8649-C2A5-581F-243E439DF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00" y="4479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Data visualization of Experimental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6942B-1DF1-61B2-4331-538CAC758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195" y="2472007"/>
            <a:ext cx="2324100" cy="2571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E9DC2C-F95C-C033-8EA5-EBEBA41A7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32" y="1083422"/>
            <a:ext cx="4082630" cy="30122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4ED7B3-FDB3-0210-F34C-B22063C1D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207" y="2978718"/>
            <a:ext cx="1143000" cy="1019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9EB7A7-BBAD-55B5-8EB1-B8FDDD3E6E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8183" y="706097"/>
            <a:ext cx="1451968" cy="4601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406F46-B3C1-BF5F-98CF-F7F24D1E86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2770" y="646768"/>
            <a:ext cx="1057275" cy="4381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856DC9-45F9-D573-0460-55304EE7DD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3784" y="1314507"/>
            <a:ext cx="661393" cy="10292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77D644-B5EA-43AF-7984-75BF798CE3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9852" y="1218066"/>
            <a:ext cx="1010245" cy="107930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E7C1542-F4F9-C777-E789-96110985A3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0414" y="1337993"/>
            <a:ext cx="623889" cy="1068587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B5FC522-F51C-9E90-75D5-F04995862C40}"/>
              </a:ext>
            </a:extLst>
          </p:cNvPr>
          <p:cNvSpPr/>
          <p:nvPr/>
        </p:nvSpPr>
        <p:spPr>
          <a:xfrm>
            <a:off x="6013217" y="663830"/>
            <a:ext cx="914400" cy="500062"/>
          </a:xfrm>
          <a:prstGeom prst="roundRect">
            <a:avLst/>
          </a:prstGeom>
          <a:noFill/>
          <a:ln>
            <a:solidFill>
              <a:srgbClr val="0E74B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E5132ED-8200-D6E9-227A-CED5ABF5395D}"/>
              </a:ext>
            </a:extLst>
          </p:cNvPr>
          <p:cNvSpPr/>
          <p:nvPr/>
        </p:nvSpPr>
        <p:spPr>
          <a:xfrm>
            <a:off x="5563531" y="1315697"/>
            <a:ext cx="914400" cy="964406"/>
          </a:xfrm>
          <a:prstGeom prst="roundRect">
            <a:avLst/>
          </a:prstGeom>
          <a:noFill/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4A0A25D-F327-E421-12BA-9A5B21C8E9FC}"/>
              </a:ext>
            </a:extLst>
          </p:cNvPr>
          <p:cNvSpPr/>
          <p:nvPr/>
        </p:nvSpPr>
        <p:spPr>
          <a:xfrm>
            <a:off x="6626165" y="1279979"/>
            <a:ext cx="932259" cy="1026913"/>
          </a:xfrm>
          <a:prstGeom prst="roundRect">
            <a:avLst/>
          </a:prstGeom>
          <a:noFill/>
          <a:ln>
            <a:solidFill>
              <a:srgbClr val="7030A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2B0937-C106-F939-4A91-730CC1D0EFA1}"/>
              </a:ext>
            </a:extLst>
          </p:cNvPr>
          <p:cNvSpPr/>
          <p:nvPr/>
        </p:nvSpPr>
        <p:spPr>
          <a:xfrm>
            <a:off x="7515258" y="615812"/>
            <a:ext cx="1003697" cy="580429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BDEC7E3-481C-9FBD-C76D-AD2B8BFA471A}"/>
              </a:ext>
            </a:extLst>
          </p:cNvPr>
          <p:cNvSpPr/>
          <p:nvPr/>
        </p:nvSpPr>
        <p:spPr>
          <a:xfrm>
            <a:off x="7740522" y="1323110"/>
            <a:ext cx="860822" cy="1151928"/>
          </a:xfrm>
          <a:prstGeom prst="roundRect">
            <a:avLst/>
          </a:prstGeom>
          <a:noFill/>
          <a:ln>
            <a:solidFill>
              <a:srgbClr val="92D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6FEF1-A6C5-1EF2-05A2-4CD6D43CEE09}"/>
              </a:ext>
            </a:extLst>
          </p:cNvPr>
          <p:cNvSpPr txBox="1"/>
          <p:nvPr/>
        </p:nvSpPr>
        <p:spPr>
          <a:xfrm>
            <a:off x="793898" y="4195197"/>
            <a:ext cx="368808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Key takeaway: </a:t>
            </a:r>
            <a:r>
              <a:rPr lang="en-US"/>
              <a:t>Our data set has a broad range of </a:t>
            </a:r>
            <a:r>
              <a:rPr lang="en-US" b="1" i="1"/>
              <a:t>k</a:t>
            </a:r>
            <a:r>
              <a:rPr lang="en-US"/>
              <a:t> values, which is important to understanding influence of structure on </a:t>
            </a:r>
            <a:r>
              <a:rPr lang="en-US" b="1" i="1"/>
              <a:t>k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C50133-415A-8A9B-BEA1-8120E1C3A43C}"/>
              </a:ext>
            </a:extLst>
          </p:cNvPr>
          <p:cNvSpPr txBox="1"/>
          <p:nvPr/>
        </p:nvSpPr>
        <p:spPr>
          <a:xfrm rot="16200000">
            <a:off x="4789763" y="3334770"/>
            <a:ext cx="682229" cy="3167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Count</a:t>
            </a:r>
          </a:p>
        </p:txBody>
      </p:sp>
    </p:spTree>
    <p:extLst>
      <p:ext uri="{BB962C8B-B14F-4D97-AF65-F5344CB8AC3E}">
        <p14:creationId xmlns:p14="http://schemas.microsoft.com/office/powerpoint/2010/main" val="1975062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456C0-DB49-91CE-B81F-0DBE8D7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5" y="292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Data Visualization of Experimental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18A7CC-2DBD-821F-8CEA-05D7282A40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" r="1210"/>
          <a:stretch>
            <a:fillRect/>
          </a:stretch>
        </p:blipFill>
        <p:spPr>
          <a:xfrm>
            <a:off x="679644" y="576057"/>
            <a:ext cx="2192480" cy="10172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0B64B9-25FD-8BED-56F7-96218C024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603" y="2563394"/>
            <a:ext cx="1525078" cy="14641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610443-96AF-ABBD-6781-D8138D648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17" y="1875527"/>
            <a:ext cx="2999476" cy="28503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ACE379-205B-45B6-7FE4-08D8B35022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56" r="515" b="505"/>
          <a:stretch>
            <a:fillRect/>
          </a:stretch>
        </p:blipFill>
        <p:spPr>
          <a:xfrm>
            <a:off x="4958448" y="2422496"/>
            <a:ext cx="2058642" cy="21179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B8866D-BEA4-ABAD-457F-F1CE115842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432" y="4545942"/>
            <a:ext cx="2087413" cy="4913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16E9CA9-EB37-643E-96EC-185F52DDED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9675" y="639961"/>
            <a:ext cx="1451968" cy="4601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4259F85-46D0-35FA-7A0C-2A8E20C17D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4979" y="548283"/>
            <a:ext cx="1057275" cy="4381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E1CC7DF-48B9-3A1C-16A4-46F4AE4AAA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1719" y="1248371"/>
            <a:ext cx="661393" cy="102929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B9A3D41-5AC2-7B51-4C17-A020B63589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7787" y="1151930"/>
            <a:ext cx="1010245" cy="1079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80DA59F-6763-D3D1-DE54-2EA290B29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9132" y="1228725"/>
            <a:ext cx="623889" cy="10685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F7B8E26-C362-2588-0692-15F1608FE255}"/>
              </a:ext>
            </a:extLst>
          </p:cNvPr>
          <p:cNvSpPr txBox="1"/>
          <p:nvPr/>
        </p:nvSpPr>
        <p:spPr>
          <a:xfrm rot="16200000">
            <a:off x="4393523" y="3327150"/>
            <a:ext cx="682229" cy="3167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Count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01C5772-1D85-E077-5FAD-226310A24617}"/>
              </a:ext>
            </a:extLst>
          </p:cNvPr>
          <p:cNvSpPr/>
          <p:nvPr/>
        </p:nvSpPr>
        <p:spPr>
          <a:xfrm>
            <a:off x="5294709" y="597694"/>
            <a:ext cx="914400" cy="500062"/>
          </a:xfrm>
          <a:prstGeom prst="roundRect">
            <a:avLst/>
          </a:prstGeom>
          <a:noFill/>
          <a:ln>
            <a:solidFill>
              <a:srgbClr val="0E74B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F680A29-3C44-9EE5-3FCE-E78A59BE775B}"/>
              </a:ext>
            </a:extLst>
          </p:cNvPr>
          <p:cNvSpPr/>
          <p:nvPr/>
        </p:nvSpPr>
        <p:spPr>
          <a:xfrm>
            <a:off x="5071466" y="1249561"/>
            <a:ext cx="914400" cy="964406"/>
          </a:xfrm>
          <a:prstGeom prst="roundRect">
            <a:avLst/>
          </a:prstGeom>
          <a:noFill/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4E15501-235B-0020-4076-C79DEE586E75}"/>
              </a:ext>
            </a:extLst>
          </p:cNvPr>
          <p:cNvSpPr/>
          <p:nvPr/>
        </p:nvSpPr>
        <p:spPr>
          <a:xfrm>
            <a:off x="6134100" y="1213843"/>
            <a:ext cx="932259" cy="1026913"/>
          </a:xfrm>
          <a:prstGeom prst="roundRect">
            <a:avLst/>
          </a:prstGeom>
          <a:noFill/>
          <a:ln>
            <a:solidFill>
              <a:srgbClr val="7030A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72AA396-7CCB-6A30-9953-0D15E35BDE6F}"/>
              </a:ext>
            </a:extLst>
          </p:cNvPr>
          <p:cNvSpPr/>
          <p:nvPr/>
        </p:nvSpPr>
        <p:spPr>
          <a:xfrm>
            <a:off x="7357467" y="517327"/>
            <a:ext cx="1003697" cy="580429"/>
          </a:xfrm>
          <a:prstGeom prst="roundRect">
            <a:avLst/>
          </a:prstGeom>
          <a:noFill/>
          <a:ln>
            <a:solidFill>
              <a:srgbClr val="FFC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71EE83B-6968-D024-9FFA-0F86E90C3432}"/>
              </a:ext>
            </a:extLst>
          </p:cNvPr>
          <p:cNvSpPr/>
          <p:nvPr/>
        </p:nvSpPr>
        <p:spPr>
          <a:xfrm>
            <a:off x="7259240" y="1213842"/>
            <a:ext cx="860822" cy="1151928"/>
          </a:xfrm>
          <a:prstGeom prst="roundRect">
            <a:avLst/>
          </a:prstGeom>
          <a:noFill/>
          <a:ln>
            <a:solidFill>
              <a:srgbClr val="92D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F79203-BE3E-F997-CED5-73C6B8A40CBB}"/>
              </a:ext>
            </a:extLst>
          </p:cNvPr>
          <p:cNvSpPr txBox="1"/>
          <p:nvPr/>
        </p:nvSpPr>
        <p:spPr>
          <a:xfrm>
            <a:off x="3402210" y="514349"/>
            <a:ext cx="161984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Roboto"/>
                <a:ea typeface="Roboto"/>
                <a:cs typeface="Roboto"/>
              </a:rPr>
              <a:t>Activation Energy (kJ/mol)</a:t>
            </a:r>
          </a:p>
        </p:txBody>
      </p:sp>
      <p:sp>
        <p:nvSpPr>
          <p:cNvPr id="34" name="Arrow: Left 33">
            <a:extLst>
              <a:ext uri="{FF2B5EF4-FFF2-40B4-BE49-F238E27FC236}">
                <a16:creationId xmlns:a16="http://schemas.microsoft.com/office/drawing/2014/main" id="{73CD689E-4097-5596-B6C8-4646459C6163}"/>
              </a:ext>
            </a:extLst>
          </p:cNvPr>
          <p:cNvSpPr/>
          <p:nvPr/>
        </p:nvSpPr>
        <p:spPr>
          <a:xfrm>
            <a:off x="2878932" y="676869"/>
            <a:ext cx="517921" cy="55365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0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1FB5B04-667D-6D86-6771-53894946E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21" y="2147982"/>
            <a:ext cx="2830817" cy="256203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26950F-32F0-E9CE-B073-D3848EC7B54F}"/>
              </a:ext>
            </a:extLst>
          </p:cNvPr>
          <p:cNvSpPr txBox="1"/>
          <p:nvPr/>
        </p:nvSpPr>
        <p:spPr>
          <a:xfrm>
            <a:off x="4255857" y="3684024"/>
            <a:ext cx="4572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0" u="none" strike="noStrike" baseline="0">
                <a:solidFill>
                  <a:schemeClr val="accent1">
                    <a:lumMod val="49000"/>
                  </a:schemeClr>
                </a:solidFill>
                <a:latin typeface="Roboto"/>
                <a:ea typeface="Segoe UI"/>
                <a:cs typeface="Segoe UI"/>
              </a:rPr>
              <a:t>We </a:t>
            </a:r>
            <a:r>
              <a:rPr lang="en-US" sz="1800" b="1">
                <a:solidFill>
                  <a:schemeClr val="accent1">
                    <a:lumMod val="49000"/>
                  </a:schemeClr>
                </a:solidFill>
                <a:latin typeface="Roboto"/>
                <a:ea typeface="Segoe UI"/>
                <a:cs typeface="Segoe UI"/>
              </a:rPr>
              <a:t>know DFT Descriptors can be valuable but expensive to compute. Instead, we will use an existing ML Model.</a:t>
            </a:r>
            <a:endParaRPr lang="en-US" sz="1800" b="1">
              <a:solidFill>
                <a:schemeClr val="accent1">
                  <a:lumMod val="49000"/>
                </a:schemeClr>
              </a:solidFill>
              <a:latin typeface="Roboto"/>
              <a:cs typeface="Segoe UI"/>
            </a:endParaRPr>
          </a:p>
        </p:txBody>
      </p:sp>
      <p:pic>
        <p:nvPicPr>
          <p:cNvPr id="16" name="Picture 1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7ACF9A1-5897-7EB7-F410-409DB7AAB6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80" b="32025"/>
          <a:stretch>
            <a:fillRect/>
          </a:stretch>
        </p:blipFill>
        <p:spPr>
          <a:xfrm>
            <a:off x="424477" y="832824"/>
            <a:ext cx="6273293" cy="1031535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8" name="Thought Bubble: Cloud 17">
            <a:extLst>
              <a:ext uri="{FF2B5EF4-FFF2-40B4-BE49-F238E27FC236}">
                <a16:creationId xmlns:a16="http://schemas.microsoft.com/office/drawing/2014/main" id="{9C887BCF-79B6-095D-4E6E-F87517BD9E9D}"/>
              </a:ext>
            </a:extLst>
          </p:cNvPr>
          <p:cNvSpPr/>
          <p:nvPr/>
        </p:nvSpPr>
        <p:spPr>
          <a:xfrm>
            <a:off x="4449429" y="2249129"/>
            <a:ext cx="3641008" cy="1391879"/>
          </a:xfrm>
          <a:prstGeom prst="cloud">
            <a:avLst/>
          </a:prstGeom>
          <a:solidFill>
            <a:srgbClr val="093C92">
              <a:alpha val="7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Arial"/>
              </a:rPr>
              <a:t>Remember This Paper...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560DC6-DF02-FBA2-3853-A7C73E1505A7}"/>
              </a:ext>
            </a:extLst>
          </p:cNvPr>
          <p:cNvSpPr txBox="1"/>
          <p:nvPr/>
        </p:nvSpPr>
        <p:spPr>
          <a:xfrm>
            <a:off x="288823" y="132788"/>
            <a:ext cx="8050161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aseline="0">
                <a:latin typeface="Arial"/>
              </a:rPr>
              <a:t>Adding to Data Features with DFT Descriptors</a:t>
            </a:r>
            <a:r>
              <a:rPr sz="2500"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85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5B84B-9AFE-F4A3-156F-E8F2F7DA2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829" y="12202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Model for DFT Descriptor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CA5566-0A23-64FA-04E0-5F2799280E3C}"/>
              </a:ext>
            </a:extLst>
          </p:cNvPr>
          <p:cNvSpPr txBox="1"/>
          <p:nvPr/>
        </p:nvSpPr>
        <p:spPr>
          <a:xfrm>
            <a:off x="276533" y="949427"/>
            <a:ext cx="744179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800">
                <a:latin typeface="Roboto"/>
                <a:ea typeface="Roboto"/>
                <a:cs typeface="Roboto"/>
              </a:rPr>
              <a:t>​</a:t>
            </a:r>
          </a:p>
          <a:p>
            <a:r>
              <a:rPr lang="en-US" sz="1800" baseline="0">
                <a:latin typeface="Roboto"/>
                <a:ea typeface="Roboto"/>
                <a:cs typeface="Roboto"/>
              </a:rPr>
              <a:t>By coincidence, it happens </a:t>
            </a:r>
            <a:r>
              <a:rPr lang="en-US" sz="1800">
                <a:latin typeface="Roboto"/>
                <a:ea typeface="Roboto"/>
                <a:cs typeface="Roboto"/>
              </a:rPr>
              <a:t>the Dupont</a:t>
            </a:r>
            <a:r>
              <a:rPr lang="en-US" sz="1800" baseline="0">
                <a:latin typeface="Roboto"/>
                <a:ea typeface="Roboto"/>
                <a:cs typeface="Roboto"/>
              </a:rPr>
              <a:t> Spring 2024 hackathon group had </a:t>
            </a:r>
            <a:r>
              <a:rPr lang="en-US" sz="1800">
                <a:latin typeface="Roboto"/>
                <a:ea typeface="Roboto"/>
                <a:cs typeface="Roboto"/>
              </a:rPr>
              <a:t>a project</a:t>
            </a:r>
            <a:r>
              <a:rPr lang="en-US" sz="1800" baseline="0">
                <a:latin typeface="Roboto"/>
                <a:ea typeface="Roboto"/>
                <a:cs typeface="Roboto"/>
              </a:rPr>
              <a:t> on </a:t>
            </a:r>
            <a:r>
              <a:rPr lang="en-US" sz="1800" i="1" baseline="0">
                <a:latin typeface="Roboto"/>
                <a:ea typeface="Roboto"/>
                <a:cs typeface="Roboto"/>
              </a:rPr>
              <a:t>exactly </a:t>
            </a:r>
            <a:r>
              <a:rPr lang="en-US" sz="1800" baseline="0">
                <a:latin typeface="Roboto"/>
                <a:ea typeface="Roboto"/>
                <a:cs typeface="Roboto"/>
              </a:rPr>
              <a:t>what we needed!</a:t>
            </a:r>
            <a:r>
              <a:rPr lang="en-US" sz="1800">
                <a:latin typeface="Roboto"/>
                <a:ea typeface="Roboto"/>
                <a:cs typeface="Roboto"/>
              </a:rPr>
              <a:t>​</a:t>
            </a:r>
          </a:p>
          <a:p>
            <a:endParaRPr lang="en-US" sz="1800">
              <a:latin typeface="Roboto"/>
              <a:ea typeface="Roboto"/>
              <a:cs typeface="Roboto"/>
            </a:endParaRPr>
          </a:p>
          <a:p>
            <a:r>
              <a:rPr lang="en-US" sz="1600">
                <a:latin typeface="Roboto"/>
                <a:ea typeface="Roboto"/>
                <a:cs typeface="Roboto"/>
              </a:rPr>
              <a:t>LARGE LANGUAGE MODELS FOR MOLECULAR DESIGN</a:t>
            </a:r>
          </a:p>
          <a:p>
            <a:endParaRPr lang="en-US" sz="1800">
              <a:latin typeface="Roboto"/>
              <a:ea typeface="Roboto"/>
              <a:cs typeface="Roboto"/>
            </a:endParaRPr>
          </a:p>
          <a:p>
            <a:endParaRPr lang="en-US" sz="1800">
              <a:latin typeface="Roboto"/>
              <a:ea typeface="Roboto"/>
              <a:cs typeface="Roboto"/>
            </a:endParaRPr>
          </a:p>
          <a:p>
            <a:pPr algn="ctr"/>
            <a:endParaRPr lang="en-US">
              <a:latin typeface="Roboto"/>
              <a:ea typeface="Roboto"/>
              <a:cs typeface="Robo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C3C8D5-4626-2F15-BC83-C63162636B4F}"/>
              </a:ext>
            </a:extLst>
          </p:cNvPr>
          <p:cNvSpPr txBox="1"/>
          <p:nvPr/>
        </p:nvSpPr>
        <p:spPr>
          <a:xfrm>
            <a:off x="184355" y="4439879"/>
            <a:ext cx="681498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2"/>
              </a:rPr>
              <a:t>https://github.com/NRT-hackathon/2024-DuPont</a:t>
            </a:r>
            <a:endParaRPr lang="en-US"/>
          </a:p>
          <a:p>
            <a:r>
              <a:rPr lang="en-US">
                <a:hlinkClick r:id="rId3"/>
              </a:rPr>
              <a:t>https://bpb-us-2.wpmucdn.com/sites.udel.edu/dist/d/12003/files/2025/02/DuPont.pdf</a:t>
            </a:r>
          </a:p>
          <a:p>
            <a:endParaRPr lang="en-US"/>
          </a:p>
          <a:p>
            <a:pPr algn="ctr"/>
            <a:endParaRPr lang="en-US"/>
          </a:p>
        </p:txBody>
      </p:sp>
      <p:pic>
        <p:nvPicPr>
          <p:cNvPr id="8" name="Picture 7" descr="A diagram of a workflow&#10;&#10;AI-generated content may be incorrect.">
            <a:extLst>
              <a:ext uri="{FF2B5EF4-FFF2-40B4-BE49-F238E27FC236}">
                <a16:creationId xmlns:a16="http://schemas.microsoft.com/office/drawing/2014/main" id="{1F1AA11B-7D9C-A3FB-05B5-040AC52FE8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78" r="-82"/>
          <a:stretch>
            <a:fillRect/>
          </a:stretch>
        </p:blipFill>
        <p:spPr>
          <a:xfrm>
            <a:off x="1033805" y="2641831"/>
            <a:ext cx="6685058" cy="142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33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D1E572B-76C2-5BC9-BDEA-673799555FBF}"/>
              </a:ext>
            </a:extLst>
          </p:cNvPr>
          <p:cNvSpPr txBox="1"/>
          <p:nvPr/>
        </p:nvSpPr>
        <p:spPr>
          <a:xfrm>
            <a:off x="88295" y="4831086"/>
            <a:ext cx="265961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/>
              <a:t>Generated with Gemini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E2573EA-6E8B-3B39-CABC-4965260CD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34" y="2342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Work Flow for Clustering</a:t>
            </a:r>
          </a:p>
        </p:txBody>
      </p:sp>
      <p:pic>
        <p:nvPicPr>
          <p:cNvPr id="6" name="Picture 5" descr="A diagram of a chemical data analysis workflow&#10;&#10;AI-generated content may be incorrect.">
            <a:extLst>
              <a:ext uri="{FF2B5EF4-FFF2-40B4-BE49-F238E27FC236}">
                <a16:creationId xmlns:a16="http://schemas.microsoft.com/office/drawing/2014/main" id="{86F8CB25-62B8-923E-A01D-B5CD0CC49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916" y="845829"/>
            <a:ext cx="5994722" cy="4035399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50171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5B42-CC98-16D5-970C-AC28159C4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2443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First Result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F8380A-A05E-C0FD-326B-74A2B80E3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20" y="697356"/>
            <a:ext cx="5076983" cy="41509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F6B831-54D9-493A-2FFD-4ACBA53C50AF}"/>
              </a:ext>
            </a:extLst>
          </p:cNvPr>
          <p:cNvSpPr txBox="1"/>
          <p:nvPr/>
        </p:nvSpPr>
        <p:spPr>
          <a:xfrm>
            <a:off x="5743511" y="1648744"/>
            <a:ext cx="2677425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/>
              <a:t>Visual clusters in 2D serve as a guide, but the not definitive</a:t>
            </a:r>
          </a:p>
          <a:p>
            <a:pPr marL="285750" indent="-285750">
              <a:buChar char="•"/>
            </a:pPr>
            <a:r>
              <a:rPr lang="en-US"/>
              <a:t>So, for now decided to SKIP the Reduction and see the results </a:t>
            </a:r>
          </a:p>
        </p:txBody>
      </p:sp>
    </p:spTree>
    <p:extLst>
      <p:ext uri="{BB962C8B-B14F-4D97-AF65-F5344CB8AC3E}">
        <p14:creationId xmlns:p14="http://schemas.microsoft.com/office/powerpoint/2010/main" val="399071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DF68E-B67A-F6F5-EAC5-41CA078B9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DDC9-9853-F092-C53F-53D81782B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2443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Substructure Revealed Within a cluster without Reduction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13CBF0-6B8D-6249-9565-2E55514AD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22" y="697570"/>
            <a:ext cx="6640976" cy="32062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11D112-A6B3-D2A3-B78F-6E9384732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536" y="2572978"/>
            <a:ext cx="3511653" cy="11159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531F67-E4FC-FC88-CFD8-975613AF5D59}"/>
              </a:ext>
            </a:extLst>
          </p:cNvPr>
          <p:cNvSpPr txBox="1"/>
          <p:nvPr/>
        </p:nvSpPr>
        <p:spPr>
          <a:xfrm>
            <a:off x="389744" y="4016335"/>
            <a:ext cx="794569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/>
              <a:t>Now the algorithm successfully groups molecules with near-identical core frameworks.</a:t>
            </a:r>
          </a:p>
          <a:p>
            <a:pPr marL="285750" indent="-285750">
              <a:buChar char="•"/>
            </a:pPr>
            <a:r>
              <a:rPr lang="en-US"/>
              <a:t>The results show a perfect grouping of </a:t>
            </a:r>
            <a:r>
              <a:rPr lang="en-US" b="1"/>
              <a:t>hindered phenols</a:t>
            </a:r>
            <a:r>
              <a:rPr lang="en-US"/>
              <a:t>, specifically those with </a:t>
            </a:r>
            <a:r>
              <a:rPr lang="en-US" i="1"/>
              <a:t>tert</a:t>
            </a:r>
            <a:r>
              <a:rPr lang="en-US"/>
              <a:t>-butyl groups in the </a:t>
            </a:r>
            <a:r>
              <a:rPr lang="en-US" i="1"/>
              <a:t>ortho</a:t>
            </a:r>
            <a:r>
              <a:rPr lang="en-US"/>
              <a:t> positions.</a:t>
            </a:r>
          </a:p>
          <a:p>
            <a:pPr marL="285750" indent="-285750" algn="ctr"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07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AAADA-25EB-1C7C-F6ED-A72692CF2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4F548F23-CE95-B8F9-E04C-3873389F8F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6"/>
          <a:stretch>
            <a:fillRect/>
          </a:stretch>
        </p:blipFill>
        <p:spPr>
          <a:xfrm>
            <a:off x="312454" y="805015"/>
            <a:ext cx="6693996" cy="38714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6FFD59-BBF4-DD58-E0AD-2A8B407D9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2443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Reaction Rates Across Chemical Groups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E55D1-3C03-B54E-0D04-DD94EA6DF6E3}"/>
              </a:ext>
            </a:extLst>
          </p:cNvPr>
          <p:cNvSpPr txBox="1"/>
          <p:nvPr/>
        </p:nvSpPr>
        <p:spPr>
          <a:xfrm>
            <a:off x="6096000" y="2123153"/>
            <a:ext cx="2734596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200" b="1"/>
              <a:t>Hydrocarbons</a:t>
            </a:r>
            <a:r>
              <a:rPr lang="en-US" sz="1200"/>
              <a:t> consistently have the lowest reaction rates.</a:t>
            </a:r>
          </a:p>
          <a:p>
            <a:pPr marL="285750" indent="-285750">
              <a:buChar char="•"/>
            </a:pPr>
            <a:r>
              <a:rPr lang="en-US" sz="1200"/>
              <a:t>The data clusters (along the x-axis) are not neatly organized. </a:t>
            </a:r>
          </a:p>
          <a:p>
            <a:pPr marL="285750" indent="-285750">
              <a:buChar char="•"/>
            </a:pPr>
            <a:r>
              <a:rPr lang="en-US" sz="1200"/>
              <a:t>Many include mixtures of Amines and Phenols, showing that these two groups are more similar to each other than to the distinct groups like Thiophenol or Hydrocarbon.</a:t>
            </a:r>
          </a:p>
          <a:p>
            <a:pPr marL="285750" indent="-285750" algn="ctr">
              <a:buChar char="•"/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471651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96F2D-704E-5D2E-7D32-3FAE069C3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and orange dots&#10;&#10;AI-generated content may be incorrect.">
            <a:extLst>
              <a:ext uri="{FF2B5EF4-FFF2-40B4-BE49-F238E27FC236}">
                <a16:creationId xmlns:a16="http://schemas.microsoft.com/office/drawing/2014/main" id="{78768903-313A-6695-173D-C53D426657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2" b="147"/>
          <a:stretch>
            <a:fillRect/>
          </a:stretch>
        </p:blipFill>
        <p:spPr>
          <a:xfrm>
            <a:off x="155569" y="780861"/>
            <a:ext cx="6597792" cy="38251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4545F4-8171-7A35-D249-31DCAD01C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2443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Clustering results on RO2 Radical Type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F3B01-1DC8-0F1C-D183-84F4CDEEBFBA}"/>
              </a:ext>
            </a:extLst>
          </p:cNvPr>
          <p:cNvSpPr txBox="1"/>
          <p:nvPr/>
        </p:nvSpPr>
        <p:spPr>
          <a:xfrm>
            <a:off x="314620" y="4481314"/>
            <a:ext cx="7169212" cy="5309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ea typeface="Segoe UI"/>
                <a:cs typeface="Segoe UI"/>
              </a:rPr>
              <a:t>Reaction Rates of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 Secondary vs. Tertiary for </a:t>
            </a:r>
            <a:r>
              <a:rPr lang="en-US" sz="1800">
                <a:ea typeface="Segoe UI"/>
                <a:cs typeface="Segoe UI"/>
              </a:rPr>
              <a:t>RO2* Radicals</a:t>
            </a: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sz="1800"/>
          </a:p>
          <a:p>
            <a:pPr algn="ctr"/>
            <a:endParaRPr lang="en-US" sz="10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C248F-4C0D-9D0F-1530-29AA4CD0A2ED}"/>
              </a:ext>
            </a:extLst>
          </p:cNvPr>
          <p:cNvSpPr txBox="1"/>
          <p:nvPr/>
        </p:nvSpPr>
        <p:spPr>
          <a:xfrm>
            <a:off x="6267602" y="1811600"/>
            <a:ext cx="2489704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Roboto"/>
                <a:ea typeface="Roboto"/>
                <a:cs typeface="Roboto"/>
              </a:rPr>
              <a:t>Secondary radicals (blue)</a:t>
            </a:r>
            <a:r>
              <a:rPr lang="en-US">
                <a:latin typeface="Roboto"/>
                <a:ea typeface="Roboto"/>
                <a:cs typeface="Roboto"/>
              </a:rPr>
              <a:t> generally exhibit higher reaction rates (</a:t>
            </a:r>
            <a:r>
              <a:rPr lang="en-US" err="1">
                <a:latin typeface="Roboto"/>
                <a:ea typeface="Roboto"/>
                <a:cs typeface="Roboto"/>
              </a:rPr>
              <a:t>log_k</a:t>
            </a:r>
            <a:r>
              <a:rPr lang="en-US">
                <a:latin typeface="Roboto"/>
                <a:ea typeface="Roboto"/>
                <a:cs typeface="Roboto"/>
              </a:rPr>
              <a:t>) across the majority of clusters compared to </a:t>
            </a:r>
            <a:r>
              <a:rPr lang="en-US" b="1">
                <a:latin typeface="Roboto"/>
                <a:ea typeface="Roboto"/>
                <a:cs typeface="Roboto"/>
              </a:rPr>
              <a:t>tertiary radicals (yellow)</a:t>
            </a:r>
            <a:r>
              <a:rPr lang="en-US">
                <a:latin typeface="Roboto"/>
                <a:ea typeface="Roboto"/>
                <a:cs typeface="Roboto"/>
              </a:rPr>
              <a:t>.</a:t>
            </a:r>
          </a:p>
          <a:p>
            <a:endParaRPr lang="en-US">
              <a:latin typeface="Roboto"/>
              <a:ea typeface="Roboto"/>
              <a:cs typeface="Roboto"/>
            </a:endParaRPr>
          </a:p>
          <a:p>
            <a:r>
              <a:rPr lang="en-US" b="1">
                <a:latin typeface="Roboto"/>
                <a:ea typeface="Roboto"/>
                <a:cs typeface="Roboto"/>
              </a:rPr>
              <a:t>Sec-RO2* </a:t>
            </a:r>
            <a:r>
              <a:rPr lang="en-US">
                <a:latin typeface="Roboto"/>
                <a:ea typeface="Roboto"/>
                <a:cs typeface="Roboto"/>
              </a:rPr>
              <a:t>has greater intrinsic reactivity since it is less stable than </a:t>
            </a:r>
            <a:r>
              <a:rPr lang="en-US" b="1">
                <a:latin typeface="Roboto"/>
                <a:ea typeface="Roboto"/>
                <a:cs typeface="Roboto"/>
              </a:rPr>
              <a:t>tert-RO2*</a:t>
            </a:r>
          </a:p>
          <a:p>
            <a:pPr algn="ctr"/>
            <a:endParaRPr lang="en-US"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933920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ACEF-7DFD-366E-664B-E37CC31B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WorkFlow</a:t>
            </a:r>
            <a:r>
              <a:rPr lang="en-US"/>
              <a:t> for our Model</a:t>
            </a:r>
          </a:p>
        </p:txBody>
      </p:sp>
      <p:pic>
        <p:nvPicPr>
          <p:cNvPr id="6" name="Picture 5" descr="A diagram of a workflow&#10;&#10;AI-generated content may be incorrect.">
            <a:extLst>
              <a:ext uri="{FF2B5EF4-FFF2-40B4-BE49-F238E27FC236}">
                <a16:creationId xmlns:a16="http://schemas.microsoft.com/office/drawing/2014/main" id="{6796E1B7-0B44-696F-02D2-18EFC25E0E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" t="9779" r="556"/>
          <a:stretch>
            <a:fillRect/>
          </a:stretch>
        </p:blipFill>
        <p:spPr>
          <a:xfrm>
            <a:off x="1128841" y="1280242"/>
            <a:ext cx="6572967" cy="342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751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E859F-D8BD-303B-279E-791ECC416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92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Initial Model Building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B3ACA-1390-8076-0D4F-514E75B03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1" y="1162484"/>
            <a:ext cx="3854556" cy="3176746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har char="•"/>
            </a:pPr>
            <a:r>
              <a:rPr lang="en-US" sz="1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Cleaned dataset: 1,548 RO2• reaction entries (340 unique SMILES).</a:t>
            </a:r>
          </a:p>
          <a:p>
            <a:pPr>
              <a:lnSpc>
                <a:spcPct val="114999"/>
              </a:lnSpc>
              <a:buChar char="•"/>
            </a:pPr>
            <a:r>
              <a:rPr lang="en-US" sz="14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Target:</a:t>
            </a:r>
            <a:r>
              <a:rPr lang="en-US" sz="1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predict log10(</a:t>
            </a:r>
            <a:r>
              <a:rPr lang="en-US" sz="14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k</a:t>
            </a:r>
            <a:r>
              <a:rPr lang="en-US" sz="1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), which stabilizes a target spanning &gt;11 orders of magnitude.</a:t>
            </a:r>
            <a:endParaRPr lang="en-US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14999"/>
              </a:lnSpc>
              <a:buChar char="•"/>
            </a:pPr>
            <a:r>
              <a:rPr lang="en-US" sz="14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Features: </a:t>
            </a:r>
            <a:r>
              <a:rPr lang="en-US" sz="1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2048-bit Morgan fingerprints (ECFP4) plus predicted HOMO, LUMO, and HOMO–LUMO gap.</a:t>
            </a:r>
            <a:endParaRPr lang="en-US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14999"/>
              </a:lnSpc>
              <a:buChar char="•"/>
            </a:pPr>
            <a:r>
              <a:rPr lang="en-US" sz="14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Split: </a:t>
            </a:r>
            <a:r>
              <a:rPr lang="en-US" sz="1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80/20 train–test; all model selection was done on the training set only.</a:t>
            </a:r>
            <a:endParaRPr lang="en-US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14999"/>
              </a:lnSpc>
              <a:buChar char="•"/>
            </a:pPr>
            <a:endParaRPr lang="en-US">
              <a:latin typeface="Roboto"/>
              <a:ea typeface="Roboto"/>
              <a:cs typeface="Roboto"/>
            </a:endParaRPr>
          </a:p>
        </p:txBody>
      </p:sp>
      <p:pic>
        <p:nvPicPr>
          <p:cNvPr id="7" name="Picture 6" descr="A graph of fingerprint density&#10;&#10;AI-generated content may be incorrect.">
            <a:extLst>
              <a:ext uri="{FF2B5EF4-FFF2-40B4-BE49-F238E27FC236}">
                <a16:creationId xmlns:a16="http://schemas.microsoft.com/office/drawing/2014/main" id="{8142BABA-AC04-226B-EF38-D4265F13F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482" y="2446370"/>
            <a:ext cx="4320130" cy="178165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C79D1F7-1B5C-84FC-5316-A230820E6C46}"/>
              </a:ext>
            </a:extLst>
          </p:cNvPr>
          <p:cNvGrpSpPr/>
          <p:nvPr/>
        </p:nvGrpSpPr>
        <p:grpSpPr>
          <a:xfrm>
            <a:off x="4299350" y="329870"/>
            <a:ext cx="4408916" cy="1959489"/>
            <a:chOff x="4422493" y="859769"/>
            <a:chExt cx="3591610" cy="146173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0066780-4A5E-7CB2-B498-B779DAC12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436" t="178" r="66" b="-230"/>
            <a:stretch>
              <a:fillRect/>
            </a:stretch>
          </p:blipFill>
          <p:spPr>
            <a:xfrm>
              <a:off x="4422493" y="859769"/>
              <a:ext cx="3591610" cy="146173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46993B-BF56-A0AA-F3E6-5BCAF9B15C5C}"/>
                </a:ext>
              </a:extLst>
            </p:cNvPr>
            <p:cNvSpPr/>
            <p:nvPr/>
          </p:nvSpPr>
          <p:spPr>
            <a:xfrm>
              <a:off x="4662377" y="866553"/>
              <a:ext cx="1196162" cy="1116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6A1CA0A-68C3-6D31-7A87-F0501233D9F5}"/>
              </a:ext>
            </a:extLst>
          </p:cNvPr>
          <p:cNvSpPr txBox="1"/>
          <p:nvPr/>
        </p:nvSpPr>
        <p:spPr>
          <a:xfrm>
            <a:off x="4542491" y="4359619"/>
            <a:ext cx="4572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/>
              <a:t>Log-transform makes the target much more model-friendly, while Morgan fingerprints remain sparse.</a:t>
            </a:r>
          </a:p>
          <a:p>
            <a:pPr algn="ctr"/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3587234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00F8-CF3B-81C4-49FD-90A5FED07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2140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Representation Benchmark</a:t>
            </a:r>
          </a:p>
        </p:txBody>
      </p:sp>
      <p:pic>
        <p:nvPicPr>
          <p:cNvPr id="4" name="Picture 3" descr="A comparison of a graph&#10;&#10;AI-generated content may be incorrect.">
            <a:extLst>
              <a:ext uri="{FF2B5EF4-FFF2-40B4-BE49-F238E27FC236}">
                <a16:creationId xmlns:a16="http://schemas.microsoft.com/office/drawing/2014/main" id="{EE993F5D-5FD1-20DD-B795-54523A373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74" y="803264"/>
            <a:ext cx="8582848" cy="25345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4F991D-8083-E536-7C2F-CD6A1C993D71}"/>
              </a:ext>
            </a:extLst>
          </p:cNvPr>
          <p:cNvSpPr txBox="1"/>
          <p:nvPr/>
        </p:nvSpPr>
        <p:spPr>
          <a:xfrm>
            <a:off x="313954" y="3126789"/>
            <a:ext cx="4523020" cy="21659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4999"/>
              </a:lnSpc>
            </a:pPr>
            <a:endParaRPr lang="en-US" sz="15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marL="285750" indent="-285750">
              <a:lnSpc>
                <a:spcPct val="114999"/>
              </a:lnSpc>
              <a:buChar char="•"/>
            </a:pP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Compared </a:t>
            </a:r>
            <a:r>
              <a:rPr lang="en-US" sz="15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rawMorgan,Morgan</a:t>
            </a: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 + QM,SVD, PCA, and </a:t>
            </a:r>
            <a:r>
              <a:rPr lang="en-US" sz="15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NMFrepresentations</a:t>
            </a:r>
            <a:r>
              <a:rPr lang="en-US" sz="1500" b="0" i="0" u="none" strike="noStrike" baseline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.</a:t>
            </a:r>
            <a:endParaRPr lang="en-US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marL="285750" indent="-285750">
              <a:lnSpc>
                <a:spcPct val="114999"/>
              </a:lnSpc>
              <a:buChar char="•"/>
            </a:pP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Benchmarked with 5-fold </a:t>
            </a:r>
            <a:r>
              <a:rPr lang="en-US" sz="15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CVusing</a:t>
            </a: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 </a:t>
            </a:r>
            <a:r>
              <a:rPr lang="en-US" sz="15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RidgeCV</a:t>
            </a:r>
            <a:r>
              <a:rPr lang="en-US" sz="1500" b="0" i="0" u="none" strike="noStrike" baseline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, </a:t>
            </a:r>
            <a:r>
              <a:rPr lang="en-US" sz="15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RandomForest</a:t>
            </a:r>
            <a:r>
              <a:rPr lang="en-US" sz="1500" b="0" i="0" u="none" strike="noStrike" baseline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,</a:t>
            </a: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500" b="0" i="0" u="none" strike="noStrike" baseline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and</a:t>
            </a: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 </a:t>
            </a:r>
            <a:r>
              <a:rPr lang="en-US" sz="15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XGBoost</a:t>
            </a:r>
            <a:r>
              <a:rPr lang="en-US" sz="1500" b="0" i="0" u="none" strike="noStrike" baseline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.</a:t>
            </a:r>
            <a:endParaRPr lang="en-US" sz="1500" b="0" i="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marL="285750" indent="-285750">
              <a:lnSpc>
                <a:spcPct val="114999"/>
              </a:lnSpc>
              <a:buChar char="•"/>
            </a:pP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Best representation</a:t>
            </a:r>
            <a:r>
              <a:rPr lang="en-US" sz="1500" b="0" i="0" u="none" strike="noStrike" baseline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:</a:t>
            </a: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 </a:t>
            </a:r>
            <a:r>
              <a:rPr lang="en-US" sz="1500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Morgan_HOMO_LUMO</a:t>
            </a:r>
            <a:r>
              <a:rPr lang="en-US" sz="15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 (mean CVRMSE = 1.265).</a:t>
            </a:r>
            <a:endParaRPr lang="en-US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ctr"/>
            <a:endParaRPr lang="en-US">
              <a:latin typeface="Roboto"/>
              <a:ea typeface="Roboto"/>
              <a:cs typeface="Robo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1F6CA-27FE-DE8D-70C7-B79A5CFF1082}"/>
              </a:ext>
            </a:extLst>
          </p:cNvPr>
          <p:cNvSpPr txBox="1"/>
          <p:nvPr/>
        </p:nvSpPr>
        <p:spPr>
          <a:xfrm>
            <a:off x="5496297" y="3525735"/>
            <a:ext cx="332642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i="1">
                <a:latin typeface="Roboto"/>
                <a:ea typeface="Roboto"/>
                <a:cs typeface="Roboto"/>
              </a:rPr>
              <a:t>Adding HOMO/LUMO descriptors improved CV performance over raw Morgan alone.</a:t>
            </a:r>
            <a:endParaRPr lang="en-US"/>
          </a:p>
          <a:p>
            <a:pPr algn="ctr"/>
            <a:endParaRPr lang="en-US" i="1"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469445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FB42-A0FB-4D9C-B545-B873FE511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01" y="19026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Final Model Comparison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AAB104-91D0-73F0-6B5F-7CE345C9A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5" y="765499"/>
            <a:ext cx="9142804" cy="22617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49BE2E-A119-DD5E-BD78-1F10E6EBB20E}"/>
              </a:ext>
            </a:extLst>
          </p:cNvPr>
          <p:cNvSpPr txBox="1"/>
          <p:nvPr/>
        </p:nvSpPr>
        <p:spPr>
          <a:xfrm>
            <a:off x="2466061" y="3088449"/>
            <a:ext cx="467377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• </a:t>
            </a:r>
            <a:r>
              <a:rPr lang="en-US" err="1">
                <a:latin typeface="Roboto"/>
                <a:ea typeface="Roboto"/>
                <a:cs typeface="Roboto"/>
              </a:rPr>
              <a:t>LightGBM</a:t>
            </a:r>
            <a:r>
              <a:rPr lang="en-US">
                <a:latin typeface="Roboto"/>
                <a:ea typeface="Roboto"/>
                <a:cs typeface="Roboto"/>
              </a:rPr>
              <a:t> achieved the best held-out test performance. </a:t>
            </a:r>
          </a:p>
          <a:p>
            <a:endParaRPr lang="en-US">
              <a:latin typeface="Roboto"/>
              <a:ea typeface="Roboto"/>
              <a:cs typeface="Roboto"/>
            </a:endParaRPr>
          </a:p>
          <a:p>
            <a:r>
              <a:rPr lang="en-US">
                <a:latin typeface="Roboto"/>
                <a:ea typeface="Roboto"/>
                <a:cs typeface="Roboto"/>
              </a:rPr>
              <a:t>• Test RMSE = 1.204, MAE = 0.934, R² = 0.788.</a:t>
            </a:r>
          </a:p>
          <a:p>
            <a:r>
              <a:rPr lang="en-US">
                <a:latin typeface="Roboto"/>
                <a:ea typeface="Roboto"/>
                <a:cs typeface="Roboto"/>
              </a:rPr>
              <a:t>Random Forest and </a:t>
            </a:r>
            <a:r>
              <a:rPr lang="en-US" err="1">
                <a:latin typeface="Roboto"/>
                <a:ea typeface="Roboto"/>
                <a:cs typeface="Roboto"/>
              </a:rPr>
              <a:t>XGBoost</a:t>
            </a:r>
            <a:r>
              <a:rPr lang="en-US">
                <a:latin typeface="Roboto"/>
                <a:ea typeface="Roboto"/>
                <a:cs typeface="Roboto"/>
              </a:rPr>
              <a:t> were close behind.</a:t>
            </a:r>
          </a:p>
          <a:p>
            <a:endParaRPr lang="en-US">
              <a:latin typeface="Roboto"/>
              <a:ea typeface="Roboto"/>
              <a:cs typeface="Roboto"/>
            </a:endParaRPr>
          </a:p>
          <a:p>
            <a:pPr algn="ctr"/>
            <a:endParaRPr lang="en-US">
              <a:latin typeface="Roboto"/>
              <a:ea typeface="Roboto"/>
              <a:cs typeface="Robo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EA8768-5D50-9A61-7FC4-4143E5E3BCA9}"/>
              </a:ext>
            </a:extLst>
          </p:cNvPr>
          <p:cNvSpPr txBox="1"/>
          <p:nvPr/>
        </p:nvSpPr>
        <p:spPr>
          <a:xfrm>
            <a:off x="2466062" y="4466312"/>
            <a:ext cx="4572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Roboto"/>
                <a:ea typeface="Roboto"/>
                <a:cs typeface="Roboto"/>
              </a:rPr>
              <a:t>Key takeaway: </a:t>
            </a:r>
            <a:r>
              <a:rPr lang="en-US">
                <a:latin typeface="Roboto"/>
                <a:ea typeface="Roboto"/>
                <a:cs typeface="Roboto"/>
              </a:rPr>
              <a:t>Tree-based models outperformed linear and distance-based baselines.</a:t>
            </a:r>
          </a:p>
          <a:p>
            <a:pPr algn="ctr"/>
            <a:endParaRPr lang="en-US"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659687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F0478-9CCA-DAA9-3DF4-D4647915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99968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Feature Importance / Preliminary Takeaways</a:t>
            </a:r>
          </a:p>
          <a:p>
            <a:endParaRPr lang="en-US" b="1">
              <a:latin typeface="Roboto"/>
              <a:ea typeface="Roboto"/>
              <a:cs typeface="Roboto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C05E6-58FA-05CD-1CB7-B9C624F41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2160" y="862547"/>
            <a:ext cx="3763912" cy="3528531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Char char="•"/>
            </a:pPr>
            <a:r>
              <a:rPr lang="en-US" sz="16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The strongest predictors are LUMO, HOMO, and the HOMO–LUMO gap.</a:t>
            </a:r>
            <a:endParaRPr lang="en-US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Char char="•"/>
            </a:pPr>
            <a:r>
              <a:rPr lang="en-US" sz="16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 small set of fingerprint bits adds complementary structural information.</a:t>
            </a:r>
          </a:p>
          <a:p>
            <a:pPr>
              <a:lnSpc>
                <a:spcPct val="150000"/>
              </a:lnSpc>
              <a:buChar char="•"/>
            </a:pPr>
            <a:r>
              <a:rPr lang="en-US" sz="16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The best model depends on both electronic and molecular-structure features.</a:t>
            </a:r>
            <a:endParaRPr lang="en-US" sz="1600">
              <a:solidFill>
                <a:schemeClr val="tx1"/>
              </a:solidFill>
              <a:latin typeface="Roboto"/>
              <a:cs typeface="Roboto"/>
            </a:endParaRPr>
          </a:p>
          <a:p>
            <a:pPr>
              <a:lnSpc>
                <a:spcPct val="150000"/>
              </a:lnSpc>
              <a:buChar char="•"/>
            </a:pPr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50000"/>
              </a:lnSpc>
              <a:buChar char="•"/>
            </a:pPr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6" name="Picture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B2620A7C-EDC8-7FB8-9702-11FFD8A76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786" y="675688"/>
            <a:ext cx="4823128" cy="3369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7D724C-E3F4-5638-CD78-915574ADD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013" y="4045530"/>
            <a:ext cx="3386439" cy="264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FCA474-76B0-1ABB-4284-7BD2AD5E30B8}"/>
              </a:ext>
            </a:extLst>
          </p:cNvPr>
          <p:cNvSpPr txBox="1"/>
          <p:nvPr/>
        </p:nvSpPr>
        <p:spPr>
          <a:xfrm>
            <a:off x="2366296" y="4509972"/>
            <a:ext cx="4572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QM descriptors drive most of the predictive signal in the best LightGBM model.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73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D34FE-FE25-BB18-C681-5F6EE913F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7926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Additions to model for deliverable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1DEC7-0ADC-1D6F-4C65-98AD65918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92" y="862915"/>
            <a:ext cx="5926870" cy="3416400"/>
          </a:xfrm>
        </p:spPr>
        <p:txBody>
          <a:bodyPr>
            <a:normAutofit fontScale="85000" lnSpcReduction="10000"/>
          </a:bodyPr>
          <a:lstStyle/>
          <a:p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Feed-forward neural networks on Morgan + QM features.</a:t>
            </a:r>
          </a:p>
          <a:p>
            <a:pPr>
              <a:lnSpc>
                <a:spcPct val="114999"/>
              </a:lnSpc>
            </a:pPr>
            <a:endParaRPr lang="en-US">
              <a:latin typeface="Roboto"/>
              <a:ea typeface="Roboto"/>
              <a:cs typeface="Roboto"/>
            </a:endParaRPr>
          </a:p>
          <a:p>
            <a:pPr>
              <a:lnSpc>
                <a:spcPct val="114999"/>
              </a:lnSpc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Transformer-based models from SMILES.</a:t>
            </a:r>
          </a:p>
          <a:p>
            <a:pPr>
              <a:lnSpc>
                <a:spcPct val="114999"/>
              </a:lnSpc>
            </a:pPr>
            <a:endParaRPr lang="en-US">
              <a:latin typeface="Roboto"/>
              <a:ea typeface="Roboto"/>
              <a:cs typeface="Roboto"/>
            </a:endParaRPr>
          </a:p>
          <a:p>
            <a:pPr>
              <a:lnSpc>
                <a:spcPct val="114999"/>
              </a:lnSpc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Add radical structure information.</a:t>
            </a:r>
          </a:p>
          <a:p>
            <a:pPr>
              <a:lnSpc>
                <a:spcPct val="114999"/>
              </a:lnSpc>
            </a:pPr>
            <a:endParaRPr lang="en-US">
              <a:latin typeface="Roboto"/>
              <a:ea typeface="Roboto"/>
              <a:cs typeface="Roboto"/>
            </a:endParaRPr>
          </a:p>
          <a:p>
            <a:pPr>
              <a:lnSpc>
                <a:spcPct val="114999"/>
              </a:lnSpc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Identify structural features/substitutions that most affect k.</a:t>
            </a:r>
          </a:p>
          <a:p>
            <a:pPr lvl="1">
              <a:lnSpc>
                <a:spcPct val="114999"/>
              </a:lnSpc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Relevant for future antioxidant design.</a:t>
            </a:r>
          </a:p>
          <a:p>
            <a:pPr>
              <a:lnSpc>
                <a:spcPct val="114999"/>
              </a:lnSpc>
            </a:pPr>
            <a:endParaRPr lang="en-US">
              <a:latin typeface="Roboto"/>
              <a:ea typeface="Roboto"/>
              <a:cs typeface="Roboto"/>
            </a:endParaRPr>
          </a:p>
          <a:p>
            <a:pPr>
              <a:lnSpc>
                <a:spcPct val="114999"/>
              </a:lnSpc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Expand the final model with additional descriptors.</a:t>
            </a:r>
          </a:p>
          <a:p>
            <a:pPr>
              <a:lnSpc>
                <a:spcPct val="114999"/>
              </a:lnSpc>
            </a:pPr>
            <a:endParaRPr lang="en-US">
              <a:latin typeface="Roboto"/>
              <a:ea typeface="Roboto"/>
              <a:cs typeface="Roboto"/>
            </a:endParaRPr>
          </a:p>
          <a:p>
            <a:pPr>
              <a:lnSpc>
                <a:spcPct val="114999"/>
              </a:lnSpc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Compare all approaches against the current </a:t>
            </a:r>
            <a:r>
              <a:rPr lang="en-US" err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LightGBM</a:t>
            </a: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 baseline.</a:t>
            </a:r>
          </a:p>
          <a:p>
            <a:pPr>
              <a:lnSpc>
                <a:spcPct val="114999"/>
              </a:lnSpc>
            </a:pPr>
            <a:endParaRPr lang="en-US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10740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3923D-F5FC-1AD6-9C50-71313BC3F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9701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Plan of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2311D-AF4F-990B-B869-94A13EE59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36815"/>
            <a:ext cx="3842459" cy="3416400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Technical Tasks Remaining:</a:t>
            </a:r>
          </a:p>
          <a:p>
            <a:pPr marL="400050" indent="-285750">
              <a:lnSpc>
                <a:spcPct val="114999"/>
              </a:lnSpc>
            </a:pPr>
            <a:r>
              <a:rPr lang="en-US">
                <a:solidFill>
                  <a:srgbClr val="00B050"/>
                </a:solidFill>
                <a:latin typeface="Roboto"/>
                <a:ea typeface="Roboto"/>
                <a:cs typeface="Roboto"/>
              </a:rPr>
              <a:t>Adding morgan fingerprint, DFT, </a:t>
            </a:r>
            <a:r>
              <a:rPr lang="en-US" err="1">
                <a:solidFill>
                  <a:srgbClr val="00B050"/>
                </a:solidFill>
                <a:latin typeface="Roboto"/>
                <a:ea typeface="Roboto"/>
                <a:cs typeface="Roboto"/>
              </a:rPr>
              <a:t>RDKit</a:t>
            </a:r>
            <a:r>
              <a:rPr lang="en-US">
                <a:solidFill>
                  <a:srgbClr val="00B050"/>
                </a:solidFill>
                <a:latin typeface="Roboto"/>
                <a:ea typeface="Roboto"/>
                <a:cs typeface="Roboto"/>
              </a:rPr>
              <a:t> data to finalized model</a:t>
            </a:r>
          </a:p>
          <a:p>
            <a:pPr lvl="1">
              <a:lnSpc>
                <a:spcPct val="114999"/>
              </a:lnSpc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Finish by 4/17</a:t>
            </a:r>
          </a:p>
          <a:p>
            <a:pPr marL="400050" indent="-285750">
              <a:lnSpc>
                <a:spcPct val="114999"/>
              </a:lnSpc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Optimization of modeling techniques</a:t>
            </a:r>
          </a:p>
          <a:p>
            <a:pPr lvl="1">
              <a:lnSpc>
                <a:spcPct val="114999"/>
              </a:lnSpc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Finish by 4/24</a:t>
            </a:r>
          </a:p>
          <a:p>
            <a:pPr>
              <a:lnSpc>
                <a:spcPct val="114999"/>
              </a:lnSpc>
            </a:pPr>
            <a:r>
              <a:rPr lang="en-US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>Meet to discuss model optimization based on clustering results</a:t>
            </a:r>
          </a:p>
          <a:p>
            <a:pPr lvl="1">
              <a:lnSpc>
                <a:spcPct val="114999"/>
              </a:lnSpc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Finish by 4/22</a:t>
            </a:r>
          </a:p>
          <a:p>
            <a:pPr>
              <a:lnSpc>
                <a:spcPct val="114999"/>
              </a:lnSpc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Attempt basic feed-forward neural network</a:t>
            </a:r>
          </a:p>
          <a:p>
            <a:pPr lvl="1">
              <a:lnSpc>
                <a:spcPct val="114999"/>
              </a:lnSpc>
            </a:pP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Finish by 4/24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E7DF23F-0F63-A360-241E-D669081D2260}"/>
              </a:ext>
            </a:extLst>
          </p:cNvPr>
          <p:cNvSpPr txBox="1">
            <a:spLocks/>
          </p:cNvSpPr>
          <p:nvPr/>
        </p:nvSpPr>
        <p:spPr>
          <a:xfrm>
            <a:off x="4572430" y="938253"/>
            <a:ext cx="363589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Project Deliverables:</a:t>
            </a:r>
          </a:p>
          <a:p>
            <a:pPr marL="400050" indent="-285750">
              <a:lnSpc>
                <a:spcPct val="114999"/>
              </a:lnSpc>
            </a:pPr>
            <a:r>
              <a:rPr lang="en-US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Deliverable 3</a:t>
            </a: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: </a:t>
            </a:r>
            <a:r>
              <a:rPr lang="en-US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>Final Report Draft</a:t>
            </a: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 due 4/27</a:t>
            </a:r>
          </a:p>
          <a:p>
            <a:pPr marL="400050" indent="-285750">
              <a:lnSpc>
                <a:spcPct val="114999"/>
              </a:lnSpc>
            </a:pPr>
            <a:r>
              <a:rPr lang="en-US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Deliverable 4</a:t>
            </a: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:</a:t>
            </a:r>
            <a:r>
              <a:rPr lang="en-US">
                <a:solidFill>
                  <a:srgbClr val="FF0000"/>
                </a:solidFill>
                <a:latin typeface="Roboto"/>
                <a:ea typeface="Roboto"/>
                <a:cs typeface="Roboto"/>
              </a:rPr>
              <a:t> Final Oral Presentation slides</a:t>
            </a: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 due 5/4</a:t>
            </a:r>
          </a:p>
          <a:p>
            <a:pPr marL="400050" indent="-285750">
              <a:lnSpc>
                <a:spcPct val="114999"/>
              </a:lnSpc>
            </a:pPr>
            <a:r>
              <a:rPr lang="en-US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Deliverable 5</a:t>
            </a: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:</a:t>
            </a:r>
            <a:r>
              <a:rPr lang="en-US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> Final written report</a:t>
            </a:r>
            <a:r>
              <a:rPr lang="en-US">
                <a:solidFill>
                  <a:schemeClr val="tx1"/>
                </a:solidFill>
                <a:latin typeface="Roboto"/>
                <a:ea typeface="Roboto"/>
                <a:cs typeface="Roboto"/>
              </a:rPr>
              <a:t> due 5/14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39628F-AFA8-4405-3A75-5021DF7DD035}"/>
              </a:ext>
            </a:extLst>
          </p:cNvPr>
          <p:cNvSpPr txBox="1"/>
          <p:nvPr/>
        </p:nvSpPr>
        <p:spPr>
          <a:xfrm>
            <a:off x="5813780" y="3473081"/>
            <a:ext cx="215798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Dylan</a:t>
            </a:r>
          </a:p>
          <a:p>
            <a:pPr algn="l"/>
            <a:r>
              <a:rPr lang="en-US" sz="2400">
                <a:solidFill>
                  <a:srgbClr val="00B050"/>
                </a:solidFill>
              </a:rPr>
              <a:t>Kalyani</a:t>
            </a:r>
          </a:p>
          <a:p>
            <a:r>
              <a:rPr lang="en-US" sz="2400"/>
              <a:t>Danny</a:t>
            </a:r>
          </a:p>
          <a:p>
            <a:r>
              <a:rPr lang="en-US" sz="2400">
                <a:solidFill>
                  <a:schemeClr val="accent1"/>
                </a:solidFill>
              </a:rPr>
              <a:t>All</a:t>
            </a:r>
          </a:p>
        </p:txBody>
      </p:sp>
    </p:spTree>
    <p:extLst>
      <p:ext uri="{BB962C8B-B14F-4D97-AF65-F5344CB8AC3E}">
        <p14:creationId xmlns:p14="http://schemas.microsoft.com/office/powerpoint/2010/main" val="1424295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04AD0A-18E4-4817-CB9A-95BCE69DE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A707B12-9252-B540-278D-A8C8475D02BF}"/>
              </a:ext>
            </a:extLst>
          </p:cNvPr>
          <p:cNvSpPr/>
          <p:nvPr/>
        </p:nvSpPr>
        <p:spPr>
          <a:xfrm>
            <a:off x="3568211" y="3275135"/>
            <a:ext cx="2014902" cy="1238249"/>
          </a:xfrm>
          <a:prstGeom prst="rect">
            <a:avLst/>
          </a:prstGeom>
          <a:solidFill>
            <a:srgbClr val="0E74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E2A40E-A974-D7C3-D525-115FFDB4890F}"/>
              </a:ext>
            </a:extLst>
          </p:cNvPr>
          <p:cNvSpPr txBox="1"/>
          <p:nvPr/>
        </p:nvSpPr>
        <p:spPr>
          <a:xfrm>
            <a:off x="3363057" y="3165231"/>
            <a:ext cx="270363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73840000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daa6760-dc32-42b1-9af8-b6b7dd0c31e7}" enabled="1" method="Standard" siteId="{9fdb1b0c-e154-4e66-9ecb-b70f283e1e7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Simple Light</vt:lpstr>
      <vt:lpstr>Modeling Heat Stabilizer Performance​ for Polymer Formulations</vt:lpstr>
      <vt:lpstr>About Our Project</vt:lpstr>
      <vt:lpstr>Problem Statement</vt:lpstr>
      <vt:lpstr>Project Goal</vt:lpstr>
      <vt:lpstr>Data Acquisition Approach</vt:lpstr>
      <vt:lpstr>Experimental data for our project   </vt:lpstr>
      <vt:lpstr>Molecular substructure data for our project</vt:lpstr>
      <vt:lpstr>Data visualization of Experimental data</vt:lpstr>
      <vt:lpstr>Data Visualization of Experimental data</vt:lpstr>
      <vt:lpstr>PowerPoint Presentation</vt:lpstr>
      <vt:lpstr>Model for DFT Descriptor</vt:lpstr>
      <vt:lpstr>Work Flow for Clustering</vt:lpstr>
      <vt:lpstr>First Result </vt:lpstr>
      <vt:lpstr>Substructure Revealed Within a cluster without Reduction</vt:lpstr>
      <vt:lpstr>Reaction Rates Across Chemical Groups</vt:lpstr>
      <vt:lpstr>Clustering results on RO2 Radical Type</vt:lpstr>
      <vt:lpstr>WorkFlow for our Model</vt:lpstr>
      <vt:lpstr>Initial Model Building</vt:lpstr>
      <vt:lpstr>Representation Benchmark</vt:lpstr>
      <vt:lpstr>Final Model Comparison</vt:lpstr>
      <vt:lpstr>Feature Importance / Preliminary Takeaways </vt:lpstr>
      <vt:lpstr>Additions to model for deliverable 3</vt:lpstr>
      <vt:lpstr>Plan of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2026-04-13T18:01:11Z</dcterms:modified>
</cp:coreProperties>
</file>