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0"/>
  </p:notesMasterIdLst>
  <p:sldIdLst>
    <p:sldId id="256" r:id="rId2"/>
    <p:sldId id="257" r:id="rId3"/>
    <p:sldId id="270" r:id="rId4"/>
    <p:sldId id="280" r:id="rId5"/>
    <p:sldId id="283" r:id="rId6"/>
    <p:sldId id="282" r:id="rId7"/>
    <p:sldId id="303" r:id="rId8"/>
    <p:sldId id="309" r:id="rId9"/>
    <p:sldId id="306" r:id="rId10"/>
    <p:sldId id="308" r:id="rId11"/>
    <p:sldId id="311" r:id="rId12"/>
    <p:sldId id="312" r:id="rId13"/>
    <p:sldId id="322" r:id="rId14"/>
    <p:sldId id="313" r:id="rId15"/>
    <p:sldId id="314" r:id="rId16"/>
    <p:sldId id="317" r:id="rId17"/>
    <p:sldId id="319" r:id="rId18"/>
    <p:sldId id="321" r:id="rId19"/>
    <p:sldId id="315" r:id="rId20"/>
    <p:sldId id="316" r:id="rId21"/>
    <p:sldId id="310" r:id="rId22"/>
    <p:sldId id="294" r:id="rId23"/>
    <p:sldId id="323" r:id="rId24"/>
    <p:sldId id="273" r:id="rId25"/>
    <p:sldId id="265" r:id="rId26"/>
    <p:sldId id="284" r:id="rId27"/>
    <p:sldId id="281" r:id="rId28"/>
    <p:sldId id="279" r:id="rId29"/>
    <p:sldId id="302" r:id="rId30"/>
    <p:sldId id="300" r:id="rId31"/>
    <p:sldId id="298" r:id="rId32"/>
    <p:sldId id="278" r:id="rId33"/>
    <p:sldId id="296" r:id="rId34"/>
    <p:sldId id="275" r:id="rId35"/>
    <p:sldId id="301" r:id="rId36"/>
    <p:sldId id="274" r:id="rId37"/>
    <p:sldId id="295" r:id="rId38"/>
    <p:sldId id="272" r:id="rId3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4CCA92-15A3-F238-AF98-167515078ADD}" name="dtrott@udel.edu" initials="dt" userId="S::urn:spo:guest#dtrott@udel.edu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83E4"/>
    <a:srgbClr val="0E74BC"/>
    <a:srgbClr val="F59898"/>
    <a:srgbClr val="FFEAB8"/>
    <a:srgbClr val="E3D1A6"/>
    <a:srgbClr val="EDD18E"/>
    <a:srgbClr val="91ED9F"/>
    <a:srgbClr val="5BD96E"/>
    <a:srgbClr val="093C92"/>
    <a:srgbClr val="2A2A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DD7244-B193-3BF6-A3B2-F7C80C156A39}" v="1523" dt="2026-05-11T00:29:50.846"/>
    <p1510:client id="{3B390ACA-277E-CCE3-36AE-A85E0D82C3BC}" v="1087" dt="2026-05-10T21:56:24.811"/>
    <p1510:client id="{8E0D52D5-4CBB-65E4-587A-18184C971453}" v="2071" dt="2026-05-10T23:18:04.381"/>
    <p1510:client id="{BCBB612D-33F7-CD85-D9F7-5F1860312E34}" v="107" dt="2026-05-09T15:50:11.904"/>
    <p1510:client id="{DF02D65B-B9F4-D6EE-9E80-F51EE76F3F36}" v="764" dt="2026-05-11T13:32:57.260"/>
    <p1510:client id="{F6E01892-AD88-F86B-0ED3-3350DA836248}" v="185" dt="2026-05-11T13:12:41.553"/>
    <p1510:client id="{F995F0BE-E9D8-09EE-3DC4-89925ED5CC83}" v="254" dt="2026-05-11T13:08:25.6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47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trott@udel.edu" userId="S::urn:spo:guest#dtrott@udel.edu::" providerId="AD" clId="Web-{DF02D65B-B9F4-D6EE-9E80-F51EE76F3F36}"/>
    <pc:docChg chg="addSld delSld modSld sldOrd">
      <pc:chgData name="dtrott@udel.edu" userId="S::urn:spo:guest#dtrott@udel.edu::" providerId="AD" clId="Web-{DF02D65B-B9F4-D6EE-9E80-F51EE76F3F36}" dt="2026-05-11T13:32:57.260" v="525" actId="14100"/>
      <pc:docMkLst>
        <pc:docMk/>
      </pc:docMkLst>
      <pc:sldChg chg="modSp modNotes">
        <pc:chgData name="dtrott@udel.edu" userId="S::urn:spo:guest#dtrott@udel.edu::" providerId="AD" clId="Web-{DF02D65B-B9F4-D6EE-9E80-F51EE76F3F36}" dt="2026-05-11T12:21:01.396" v="421"/>
        <pc:sldMkLst>
          <pc:docMk/>
          <pc:sldMk cId="1424295582" sldId="273"/>
        </pc:sldMkLst>
        <pc:spChg chg="mod">
          <ac:chgData name="dtrott@udel.edu" userId="S::urn:spo:guest#dtrott@udel.edu::" providerId="AD" clId="Web-{DF02D65B-B9F4-D6EE-9E80-F51EE76F3F36}" dt="2026-05-11T12:14:21.476" v="337" actId="20577"/>
          <ac:spMkLst>
            <pc:docMk/>
            <pc:sldMk cId="1424295582" sldId="273"/>
            <ac:spMk id="4" creationId="{BDB582A8-F177-EFDC-8D18-26733B8BED87}"/>
          </ac:spMkLst>
        </pc:spChg>
      </pc:sldChg>
      <pc:sldChg chg="modSp">
        <pc:chgData name="dtrott@udel.edu" userId="S::urn:spo:guest#dtrott@udel.edu::" providerId="AD" clId="Web-{DF02D65B-B9F4-D6EE-9E80-F51EE76F3F36}" dt="2026-05-11T12:50:27.091" v="469" actId="20577"/>
        <pc:sldMkLst>
          <pc:docMk/>
          <pc:sldMk cId="3703292346" sldId="282"/>
        </pc:sldMkLst>
        <pc:spChg chg="mod">
          <ac:chgData name="dtrott@udel.edu" userId="S::urn:spo:guest#dtrott@udel.edu::" providerId="AD" clId="Web-{DF02D65B-B9F4-D6EE-9E80-F51EE76F3F36}" dt="2026-05-11T12:50:27.091" v="469" actId="20577"/>
          <ac:spMkLst>
            <pc:docMk/>
            <pc:sldMk cId="3703292346" sldId="282"/>
            <ac:spMk id="11" creationId="{127C2DBA-C48C-5CF2-8ABA-79A770280598}"/>
          </ac:spMkLst>
        </pc:spChg>
      </pc:sldChg>
      <pc:sldChg chg="addSp modSp modNotes">
        <pc:chgData name="dtrott@udel.edu" userId="S::urn:spo:guest#dtrott@udel.edu::" providerId="AD" clId="Web-{DF02D65B-B9F4-D6EE-9E80-F51EE76F3F36}" dt="2026-05-11T13:32:57.260" v="525" actId="14100"/>
        <pc:sldMkLst>
          <pc:docMk/>
          <pc:sldMk cId="710740252" sldId="294"/>
        </pc:sldMkLst>
        <pc:spChg chg="mod">
          <ac:chgData name="dtrott@udel.edu" userId="S::urn:spo:guest#dtrott@udel.edu::" providerId="AD" clId="Web-{DF02D65B-B9F4-D6EE-9E80-F51EE76F3F36}" dt="2026-05-11T13:02:04.693" v="487" actId="1076"/>
          <ac:spMkLst>
            <pc:docMk/>
            <pc:sldMk cId="710740252" sldId="294"/>
            <ac:spMk id="3" creationId="{EB51DEC7-0ADC-1D6F-4C65-98AD659188FC}"/>
          </ac:spMkLst>
        </pc:spChg>
        <pc:spChg chg="mod">
          <ac:chgData name="dtrott@udel.edu" userId="S::urn:spo:guest#dtrott@udel.edu::" providerId="AD" clId="Web-{DF02D65B-B9F4-D6EE-9E80-F51EE76F3F36}" dt="2026-05-11T12:01:18.271" v="90" actId="1076"/>
          <ac:spMkLst>
            <pc:docMk/>
            <pc:sldMk cId="710740252" sldId="294"/>
            <ac:spMk id="4" creationId="{FC4B424B-0A6C-398E-F06C-186194A15187}"/>
          </ac:spMkLst>
        </pc:spChg>
        <pc:spChg chg="add mod ord">
          <ac:chgData name="dtrott@udel.edu" userId="S::urn:spo:guest#dtrott@udel.edu::" providerId="AD" clId="Web-{DF02D65B-B9F4-D6EE-9E80-F51EE76F3F36}" dt="2026-05-11T12:01:25.130" v="92" actId="14100"/>
          <ac:spMkLst>
            <pc:docMk/>
            <pc:sldMk cId="710740252" sldId="294"/>
            <ac:spMk id="6" creationId="{EE6F5117-D1AB-69A2-789C-150770DA8C1E}"/>
          </ac:spMkLst>
        </pc:spChg>
        <pc:spChg chg="add mod ord">
          <ac:chgData name="dtrott@udel.edu" userId="S::urn:spo:guest#dtrott@udel.edu::" providerId="AD" clId="Web-{DF02D65B-B9F4-D6EE-9E80-F51EE76F3F36}" dt="2026-05-11T13:32:57.260" v="525" actId="14100"/>
          <ac:spMkLst>
            <pc:docMk/>
            <pc:sldMk cId="710740252" sldId="294"/>
            <ac:spMk id="8" creationId="{9E11848C-9098-845A-0DD6-0366F6FD3D02}"/>
          </ac:spMkLst>
        </pc:spChg>
        <pc:spChg chg="add mod ord">
          <ac:chgData name="dtrott@udel.edu" userId="S::urn:spo:guest#dtrott@udel.edu::" providerId="AD" clId="Web-{DF02D65B-B9F4-D6EE-9E80-F51EE76F3F36}" dt="2026-05-11T12:01:18.255" v="89" actId="1076"/>
          <ac:spMkLst>
            <pc:docMk/>
            <pc:sldMk cId="710740252" sldId="294"/>
            <ac:spMk id="10" creationId="{9EADD264-BFCF-B7F4-1BB8-D4883925B76E}"/>
          </ac:spMkLst>
        </pc:spChg>
        <pc:spChg chg="add mod">
          <ac:chgData name="dtrott@udel.edu" userId="S::urn:spo:guest#dtrott@udel.edu::" providerId="AD" clId="Web-{DF02D65B-B9F4-D6EE-9E80-F51EE76F3F36}" dt="2026-05-11T13:02:53.351" v="513" actId="20577"/>
          <ac:spMkLst>
            <pc:docMk/>
            <pc:sldMk cId="710740252" sldId="294"/>
            <ac:spMk id="11" creationId="{59F5622E-C680-0E63-2A39-91CE4A935DE9}"/>
          </ac:spMkLst>
        </pc:spChg>
        <pc:spChg chg="add mod">
          <ac:chgData name="dtrott@udel.edu" userId="S::urn:spo:guest#dtrott@udel.edu::" providerId="AD" clId="Web-{DF02D65B-B9F4-D6EE-9E80-F51EE76F3F36}" dt="2026-05-11T13:02:53.741" v="514" actId="20577"/>
          <ac:spMkLst>
            <pc:docMk/>
            <pc:sldMk cId="710740252" sldId="294"/>
            <ac:spMk id="12" creationId="{FD92DC7F-7E42-6AE4-6087-9F24608C4ABF}"/>
          </ac:spMkLst>
        </pc:spChg>
        <pc:spChg chg="add mod ord">
          <ac:chgData name="dtrott@udel.edu" userId="S::urn:spo:guest#dtrott@udel.edu::" providerId="AD" clId="Web-{DF02D65B-B9F4-D6EE-9E80-F51EE76F3F36}" dt="2026-05-11T13:02:04.677" v="486" actId="1076"/>
          <ac:spMkLst>
            <pc:docMk/>
            <pc:sldMk cId="710740252" sldId="294"/>
            <ac:spMk id="13" creationId="{4F8CC94E-44C2-1F7A-BEDE-336D8CB7FF87}"/>
          </ac:spMkLst>
        </pc:spChg>
      </pc:sldChg>
      <pc:sldChg chg="modNotes">
        <pc:chgData name="dtrott@udel.edu" userId="S::urn:spo:guest#dtrott@udel.edu::" providerId="AD" clId="Web-{DF02D65B-B9F4-D6EE-9E80-F51EE76F3F36}" dt="2026-05-11T12:20:03.754" v="399"/>
        <pc:sldMkLst>
          <pc:docMk/>
          <pc:sldMk cId="3344751950" sldId="303"/>
        </pc:sldMkLst>
      </pc:sldChg>
      <pc:sldChg chg="modSp del modNotes">
        <pc:chgData name="dtrott@udel.edu" userId="S::urn:spo:guest#dtrott@udel.edu::" providerId="AD" clId="Web-{DF02D65B-B9F4-D6EE-9E80-F51EE76F3F36}" dt="2026-05-11T13:05:07.525" v="521"/>
        <pc:sldMkLst>
          <pc:docMk/>
          <pc:sldMk cId="3554162995" sldId="305"/>
        </pc:sldMkLst>
        <pc:spChg chg="mod">
          <ac:chgData name="dtrott@udel.edu" userId="S::urn:spo:guest#dtrott@udel.edu::" providerId="AD" clId="Web-{DF02D65B-B9F4-D6EE-9E80-F51EE76F3F36}" dt="2026-05-11T12:14:14.741" v="334" actId="20577"/>
          <ac:spMkLst>
            <pc:docMk/>
            <pc:sldMk cId="3554162995" sldId="305"/>
            <ac:spMk id="2" creationId="{F48F309A-8550-F207-C481-6D5CFD2109E2}"/>
          </ac:spMkLst>
        </pc:spChg>
        <pc:spChg chg="mod">
          <ac:chgData name="dtrott@udel.edu" userId="S::urn:spo:guest#dtrott@udel.edu::" providerId="AD" clId="Web-{DF02D65B-B9F4-D6EE-9E80-F51EE76F3F36}" dt="2026-05-11T12:14:12.116" v="333" actId="20577"/>
          <ac:spMkLst>
            <pc:docMk/>
            <pc:sldMk cId="3554162995" sldId="305"/>
            <ac:spMk id="4" creationId="{8A5CF4B1-8D35-8F7E-82C4-F91A26900EE5}"/>
          </ac:spMkLst>
        </pc:spChg>
      </pc:sldChg>
      <pc:sldChg chg="modSp modNotes">
        <pc:chgData name="dtrott@udel.edu" userId="S::urn:spo:guest#dtrott@udel.edu::" providerId="AD" clId="Web-{DF02D65B-B9F4-D6EE-9E80-F51EE76F3F36}" dt="2026-05-11T12:19:59.067" v="389"/>
        <pc:sldMkLst>
          <pc:docMk/>
          <pc:sldMk cId="1123141444" sldId="306"/>
        </pc:sldMkLst>
        <pc:picChg chg="mod">
          <ac:chgData name="dtrott@udel.edu" userId="S::urn:spo:guest#dtrott@udel.edu::" providerId="AD" clId="Web-{DF02D65B-B9F4-D6EE-9E80-F51EE76F3F36}" dt="2026-05-11T12:17:37.672" v="338" actId="1076"/>
          <ac:picMkLst>
            <pc:docMk/>
            <pc:sldMk cId="1123141444" sldId="306"/>
            <ac:picMk id="5" creationId="{A886917D-3C56-09A7-4022-56735041A067}"/>
          </ac:picMkLst>
        </pc:picChg>
      </pc:sldChg>
      <pc:sldChg chg="modNotes">
        <pc:chgData name="dtrott@udel.edu" userId="S::urn:spo:guest#dtrott@udel.edu::" providerId="AD" clId="Web-{DF02D65B-B9F4-D6EE-9E80-F51EE76F3F36}" dt="2026-05-11T13:05:50.417" v="522"/>
        <pc:sldMkLst>
          <pc:docMk/>
          <pc:sldMk cId="2279135174" sldId="308"/>
        </pc:sldMkLst>
      </pc:sldChg>
      <pc:sldChg chg="modSp modNotes">
        <pc:chgData name="dtrott@udel.edu" userId="S::urn:spo:guest#dtrott@udel.edu::" providerId="AD" clId="Web-{DF02D65B-B9F4-D6EE-9E80-F51EE76F3F36}" dt="2026-05-11T12:51:13.732" v="474" actId="1076"/>
        <pc:sldMkLst>
          <pc:docMk/>
          <pc:sldMk cId="3727719925" sldId="309"/>
        </pc:sldMkLst>
        <pc:spChg chg="mod">
          <ac:chgData name="dtrott@udel.edu" userId="S::urn:spo:guest#dtrott@udel.edu::" providerId="AD" clId="Web-{DF02D65B-B9F4-D6EE-9E80-F51EE76F3F36}" dt="2026-05-11T12:51:13.717" v="473" actId="1076"/>
          <ac:spMkLst>
            <pc:docMk/>
            <pc:sldMk cId="3727719925" sldId="309"/>
            <ac:spMk id="10" creationId="{4963E572-698B-AF70-5F49-EC4928028939}"/>
          </ac:spMkLst>
        </pc:spChg>
        <pc:spChg chg="mod">
          <ac:chgData name="dtrott@udel.edu" userId="S::urn:spo:guest#dtrott@udel.edu::" providerId="AD" clId="Web-{DF02D65B-B9F4-D6EE-9E80-F51EE76F3F36}" dt="2026-05-11T12:51:13.732" v="474" actId="1076"/>
          <ac:spMkLst>
            <pc:docMk/>
            <pc:sldMk cId="3727719925" sldId="309"/>
            <ac:spMk id="12" creationId="{38D12B9C-39A1-6014-7A84-277B12D99C36}"/>
          </ac:spMkLst>
        </pc:spChg>
        <pc:picChg chg="mod">
          <ac:chgData name="dtrott@udel.edu" userId="S::urn:spo:guest#dtrott@udel.edu::" providerId="AD" clId="Web-{DF02D65B-B9F4-D6EE-9E80-F51EE76F3F36}" dt="2026-05-11T12:51:13.701" v="472" actId="1076"/>
          <ac:picMkLst>
            <pc:docMk/>
            <pc:sldMk cId="3727719925" sldId="309"/>
            <ac:picMk id="3" creationId="{0EDE753B-6141-EECF-B8B2-CA4C81B2F7D4}"/>
          </ac:picMkLst>
        </pc:picChg>
        <pc:picChg chg="mod">
          <ac:chgData name="dtrott@udel.edu" userId="S::urn:spo:guest#dtrott@udel.edu::" providerId="AD" clId="Web-{DF02D65B-B9F4-D6EE-9E80-F51EE76F3F36}" dt="2026-05-11T12:51:13.701" v="470" actId="1076"/>
          <ac:picMkLst>
            <pc:docMk/>
            <pc:sldMk cId="3727719925" sldId="309"/>
            <ac:picMk id="4" creationId="{E4757747-FE5F-6DA1-57D7-30F40C46C8B8}"/>
          </ac:picMkLst>
        </pc:picChg>
        <pc:picChg chg="mod">
          <ac:chgData name="dtrott@udel.edu" userId="S::urn:spo:guest#dtrott@udel.edu::" providerId="AD" clId="Web-{DF02D65B-B9F4-D6EE-9E80-F51EE76F3F36}" dt="2026-05-11T12:51:13.701" v="471" actId="1076"/>
          <ac:picMkLst>
            <pc:docMk/>
            <pc:sldMk cId="3727719925" sldId="309"/>
            <ac:picMk id="5" creationId="{F4CD80C8-1D0D-A5FD-E044-D09DBB8BA5B7}"/>
          </ac:picMkLst>
        </pc:picChg>
      </pc:sldChg>
      <pc:sldChg chg="modNotes">
        <pc:chgData name="dtrott@udel.edu" userId="S::urn:spo:guest#dtrott@udel.edu::" providerId="AD" clId="Web-{DF02D65B-B9F4-D6EE-9E80-F51EE76F3F36}" dt="2026-05-11T12:20:48.130" v="401"/>
        <pc:sldMkLst>
          <pc:docMk/>
          <pc:sldMk cId="4092930844" sldId="310"/>
        </pc:sldMkLst>
      </pc:sldChg>
      <pc:sldChg chg="modNotes">
        <pc:chgData name="dtrott@udel.edu" userId="S::urn:spo:guest#dtrott@udel.edu::" providerId="AD" clId="Web-{DF02D65B-B9F4-D6EE-9E80-F51EE76F3F36}" dt="2026-05-11T12:19:50.738" v="381"/>
        <pc:sldMkLst>
          <pc:docMk/>
          <pc:sldMk cId="170117961" sldId="311"/>
        </pc:sldMkLst>
      </pc:sldChg>
      <pc:sldChg chg="modSp ord modNotes">
        <pc:chgData name="dtrott@udel.edu" userId="S::urn:spo:guest#dtrott@udel.edu::" providerId="AD" clId="Web-{DF02D65B-B9F4-D6EE-9E80-F51EE76F3F36}" dt="2026-05-11T12:54:45.563" v="475" actId="1076"/>
        <pc:sldMkLst>
          <pc:docMk/>
          <pc:sldMk cId="4045715461" sldId="312"/>
        </pc:sldMkLst>
        <pc:spChg chg="mod">
          <ac:chgData name="dtrott@udel.edu" userId="S::urn:spo:guest#dtrott@udel.edu::" providerId="AD" clId="Web-{DF02D65B-B9F4-D6EE-9E80-F51EE76F3F36}" dt="2026-05-11T12:54:45.563" v="475" actId="1076"/>
          <ac:spMkLst>
            <pc:docMk/>
            <pc:sldMk cId="4045715461" sldId="312"/>
            <ac:spMk id="7" creationId="{D6ACE738-DEED-E7BB-6A8C-E69ACB3C266F}"/>
          </ac:spMkLst>
        </pc:spChg>
        <pc:picChg chg="mod">
          <ac:chgData name="dtrott@udel.edu" userId="S::urn:spo:guest#dtrott@udel.edu::" providerId="AD" clId="Web-{DF02D65B-B9F4-D6EE-9E80-F51EE76F3F36}" dt="2026-05-11T12:29:48.157" v="442" actId="1076"/>
          <ac:picMkLst>
            <pc:docMk/>
            <pc:sldMk cId="4045715461" sldId="312"/>
            <ac:picMk id="4" creationId="{14276536-014D-6772-277B-1ADAC55BD8EA}"/>
          </ac:picMkLst>
        </pc:picChg>
        <pc:picChg chg="mod">
          <ac:chgData name="dtrott@udel.edu" userId="S::urn:spo:guest#dtrott@udel.edu::" providerId="AD" clId="Web-{DF02D65B-B9F4-D6EE-9E80-F51EE76F3F36}" dt="2026-05-11T12:29:46.985" v="441" actId="1076"/>
          <ac:picMkLst>
            <pc:docMk/>
            <pc:sldMk cId="4045715461" sldId="312"/>
            <ac:picMk id="6" creationId="{2E007EE8-48AE-963D-F101-5FAD34DBD2CA}"/>
          </ac:picMkLst>
        </pc:picChg>
      </pc:sldChg>
      <pc:sldChg chg="addSp delSp modSp modNotes">
        <pc:chgData name="dtrott@udel.edu" userId="S::urn:spo:guest#dtrott@udel.edu::" providerId="AD" clId="Web-{DF02D65B-B9F4-D6EE-9E80-F51EE76F3F36}" dt="2026-05-11T12:29:12.281" v="434"/>
        <pc:sldMkLst>
          <pc:docMk/>
          <pc:sldMk cId="3814508593" sldId="313"/>
        </pc:sldMkLst>
        <pc:spChg chg="del">
          <ac:chgData name="dtrott@udel.edu" userId="S::urn:spo:guest#dtrott@udel.edu::" providerId="AD" clId="Web-{DF02D65B-B9F4-D6EE-9E80-F51EE76F3F36}" dt="2026-05-11T12:25:10.699" v="425"/>
          <ac:spMkLst>
            <pc:docMk/>
            <pc:sldMk cId="3814508593" sldId="313"/>
            <ac:spMk id="3" creationId="{4FA894E6-E993-505F-E3C9-9F8D6D3F0C5B}"/>
          </ac:spMkLst>
        </pc:spChg>
        <pc:spChg chg="add">
          <ac:chgData name="dtrott@udel.edu" userId="S::urn:spo:guest#dtrott@udel.edu::" providerId="AD" clId="Web-{DF02D65B-B9F4-D6EE-9E80-F51EE76F3F36}" dt="2026-05-11T12:29:12.281" v="434"/>
          <ac:spMkLst>
            <pc:docMk/>
            <pc:sldMk cId="3814508593" sldId="313"/>
            <ac:spMk id="10" creationId="{4FA894E6-E993-505F-E3C9-9F8D6D3F0C5B}"/>
          </ac:spMkLst>
        </pc:spChg>
        <pc:picChg chg="mod">
          <ac:chgData name="dtrott@udel.edu" userId="S::urn:spo:guest#dtrott@udel.edu::" providerId="AD" clId="Web-{DF02D65B-B9F4-D6EE-9E80-F51EE76F3F36}" dt="2026-05-11T12:29:11.203" v="433" actId="1076"/>
          <ac:picMkLst>
            <pc:docMk/>
            <pc:sldMk cId="3814508593" sldId="313"/>
            <ac:picMk id="4" creationId="{BF1ADC06-9334-7FFE-B618-59A42900B79D}"/>
          </ac:picMkLst>
        </pc:picChg>
      </pc:sldChg>
      <pc:sldChg chg="modSp modNotes">
        <pc:chgData name="dtrott@udel.edu" userId="S::urn:spo:guest#dtrott@udel.edu::" providerId="AD" clId="Web-{DF02D65B-B9F4-D6EE-9E80-F51EE76F3F36}" dt="2026-05-11T12:44:14.673" v="467"/>
        <pc:sldMkLst>
          <pc:docMk/>
          <pc:sldMk cId="1047020876" sldId="314"/>
        </pc:sldMkLst>
        <pc:picChg chg="mod modCrop">
          <ac:chgData name="dtrott@udel.edu" userId="S::urn:spo:guest#dtrott@udel.edu::" providerId="AD" clId="Web-{DF02D65B-B9F4-D6EE-9E80-F51EE76F3F36}" dt="2026-05-11T12:44:14.673" v="467"/>
          <ac:picMkLst>
            <pc:docMk/>
            <pc:sldMk cId="1047020876" sldId="314"/>
            <ac:picMk id="10" creationId="{91E19009-D26B-01C0-B34B-53BDDE144AFB}"/>
          </ac:picMkLst>
        </pc:picChg>
      </pc:sldChg>
      <pc:sldChg chg="modNotes">
        <pc:chgData name="dtrott@udel.edu" userId="S::urn:spo:guest#dtrott@udel.edu::" providerId="AD" clId="Web-{DF02D65B-B9F4-D6EE-9E80-F51EE76F3F36}" dt="2026-05-11T12:19:25.831" v="358"/>
        <pc:sldMkLst>
          <pc:docMk/>
          <pc:sldMk cId="131228033" sldId="315"/>
        </pc:sldMkLst>
      </pc:sldChg>
      <pc:sldChg chg="modSp modNotes">
        <pc:chgData name="dtrott@udel.edu" userId="S::urn:spo:guest#dtrott@udel.edu::" providerId="AD" clId="Web-{DF02D65B-B9F4-D6EE-9E80-F51EE76F3F36}" dt="2026-05-11T13:02:29.819" v="508" actId="20577"/>
        <pc:sldMkLst>
          <pc:docMk/>
          <pc:sldMk cId="560476532" sldId="316"/>
        </pc:sldMkLst>
        <pc:spChg chg="mod">
          <ac:chgData name="dtrott@udel.edu" userId="S::urn:spo:guest#dtrott@udel.edu::" providerId="AD" clId="Web-{DF02D65B-B9F4-D6EE-9E80-F51EE76F3F36}" dt="2026-05-11T13:02:29.819" v="508" actId="20577"/>
          <ac:spMkLst>
            <pc:docMk/>
            <pc:sldMk cId="560476532" sldId="316"/>
            <ac:spMk id="2" creationId="{92D6FF99-412F-15E2-8D48-C4275C65712C}"/>
          </ac:spMkLst>
        </pc:spChg>
      </pc:sldChg>
      <pc:sldChg chg="modSp modNotes">
        <pc:chgData name="dtrott@udel.edu" userId="S::urn:spo:guest#dtrott@udel.edu::" providerId="AD" clId="Web-{DF02D65B-B9F4-D6EE-9E80-F51EE76F3F36}" dt="2026-05-11T12:19:05.659" v="348"/>
        <pc:sldMkLst>
          <pc:docMk/>
          <pc:sldMk cId="25914151" sldId="317"/>
        </pc:sldMkLst>
        <pc:spChg chg="mod">
          <ac:chgData name="dtrott@udel.edu" userId="S::urn:spo:guest#dtrott@udel.edu::" providerId="AD" clId="Web-{DF02D65B-B9F4-D6EE-9E80-F51EE76F3F36}" dt="2026-05-11T11:53:17.838" v="1" actId="20577"/>
          <ac:spMkLst>
            <pc:docMk/>
            <pc:sldMk cId="25914151" sldId="317"/>
            <ac:spMk id="9" creationId="{6A0F6EE2-4C33-66E2-ACB2-C39E5E467D31}"/>
          </ac:spMkLst>
        </pc:spChg>
      </pc:sldChg>
      <pc:sldChg chg="modSp modNotes">
        <pc:chgData name="dtrott@udel.edu" userId="S::urn:spo:guest#dtrott@udel.edu::" providerId="AD" clId="Web-{DF02D65B-B9F4-D6EE-9E80-F51EE76F3F36}" dt="2026-05-11T12:58:50.544" v="485" actId="1076"/>
        <pc:sldMkLst>
          <pc:docMk/>
          <pc:sldMk cId="1709283561" sldId="319"/>
        </pc:sldMkLst>
        <pc:spChg chg="mod">
          <ac:chgData name="dtrott@udel.edu" userId="S::urn:spo:guest#dtrott@udel.edu::" providerId="AD" clId="Web-{DF02D65B-B9F4-D6EE-9E80-F51EE76F3F36}" dt="2026-05-11T12:58:50.544" v="485" actId="1076"/>
          <ac:spMkLst>
            <pc:docMk/>
            <pc:sldMk cId="1709283561" sldId="319"/>
            <ac:spMk id="7" creationId="{3537FCC3-E1CA-DBB9-B637-74218A92D619}"/>
          </ac:spMkLst>
        </pc:spChg>
        <pc:picChg chg="mod">
          <ac:chgData name="dtrott@udel.edu" userId="S::urn:spo:guest#dtrott@udel.edu::" providerId="AD" clId="Web-{DF02D65B-B9F4-D6EE-9E80-F51EE76F3F36}" dt="2026-05-11T12:43:21.013" v="456" actId="1076"/>
          <ac:picMkLst>
            <pc:docMk/>
            <pc:sldMk cId="1709283561" sldId="319"/>
            <ac:picMk id="4" creationId="{30D1BD14-A258-C1D1-A672-A99C1F7974AF}"/>
          </ac:picMkLst>
        </pc:picChg>
      </pc:sldChg>
      <pc:sldChg chg="modSp modNotes">
        <pc:chgData name="dtrott@udel.edu" userId="S::urn:spo:guest#dtrott@udel.edu::" providerId="AD" clId="Web-{DF02D65B-B9F4-D6EE-9E80-F51EE76F3F36}" dt="2026-05-11T13:08:44.669" v="523" actId="1076"/>
        <pc:sldMkLst>
          <pc:docMk/>
          <pc:sldMk cId="613239892" sldId="321"/>
        </pc:sldMkLst>
        <pc:picChg chg="mod">
          <ac:chgData name="dtrott@udel.edu" userId="S::urn:spo:guest#dtrott@udel.edu::" providerId="AD" clId="Web-{DF02D65B-B9F4-D6EE-9E80-F51EE76F3F36}" dt="2026-05-11T13:08:44.669" v="523" actId="1076"/>
          <ac:picMkLst>
            <pc:docMk/>
            <pc:sldMk cId="613239892" sldId="321"/>
            <ac:picMk id="5" creationId="{99941C0D-0B5C-0C0B-45F1-8017F0AA8FBA}"/>
          </ac:picMkLst>
        </pc:picChg>
      </pc:sldChg>
      <pc:sldChg chg="addSp delSp modSp modNotes">
        <pc:chgData name="dtrott@udel.edu" userId="S::urn:spo:guest#dtrott@udel.edu::" providerId="AD" clId="Web-{DF02D65B-B9F4-D6EE-9E80-F51EE76F3F36}" dt="2026-05-11T12:43:39.967" v="463" actId="20577"/>
        <pc:sldMkLst>
          <pc:docMk/>
          <pc:sldMk cId="2902072593" sldId="322"/>
        </pc:sldMkLst>
        <pc:spChg chg="add del mod">
          <ac:chgData name="dtrott@udel.edu" userId="S::urn:spo:guest#dtrott@udel.edu::" providerId="AD" clId="Web-{DF02D65B-B9F4-D6EE-9E80-F51EE76F3F36}" dt="2026-05-11T12:29:09.219" v="432"/>
          <ac:spMkLst>
            <pc:docMk/>
            <pc:sldMk cId="2902072593" sldId="322"/>
            <ac:spMk id="6" creationId="{4FA894E6-E993-505F-E3C9-9F8D6D3F0C5B}"/>
          </ac:spMkLst>
        </pc:spChg>
        <pc:spChg chg="add del">
          <ac:chgData name="dtrott@udel.edu" userId="S::urn:spo:guest#dtrott@udel.edu::" providerId="AD" clId="Web-{DF02D65B-B9F4-D6EE-9E80-F51EE76F3F36}" dt="2026-05-11T12:25:19.418" v="430"/>
          <ac:spMkLst>
            <pc:docMk/>
            <pc:sldMk cId="2902072593" sldId="322"/>
            <ac:spMk id="7" creationId="{DA4B417C-94DC-5FF6-F81E-5D5359501E4C}"/>
          </ac:spMkLst>
        </pc:spChg>
        <pc:spChg chg="mod">
          <ac:chgData name="dtrott@udel.edu" userId="S::urn:spo:guest#dtrott@udel.edu::" providerId="AD" clId="Web-{DF02D65B-B9F4-D6EE-9E80-F51EE76F3F36}" dt="2026-05-11T12:43:39.967" v="463" actId="20577"/>
          <ac:spMkLst>
            <pc:docMk/>
            <pc:sldMk cId="2902072593" sldId="322"/>
            <ac:spMk id="11" creationId="{9F4EFF8E-6924-5D86-FF4D-B418279D0498}"/>
          </ac:spMkLst>
        </pc:spChg>
        <pc:picChg chg="mod">
          <ac:chgData name="dtrott@udel.edu" userId="S::urn:spo:guest#dtrott@udel.edu::" providerId="AD" clId="Web-{DF02D65B-B9F4-D6EE-9E80-F51EE76F3F36}" dt="2026-05-11T12:29:17.156" v="435" actId="1076"/>
          <ac:picMkLst>
            <pc:docMk/>
            <pc:sldMk cId="2902072593" sldId="322"/>
            <ac:picMk id="4" creationId="{CB04FF5A-FF16-7F56-58D9-E721426EBE6D}"/>
          </ac:picMkLst>
        </pc:picChg>
      </pc:sldChg>
      <pc:sldChg chg="addSp delSp modSp new modNotes">
        <pc:chgData name="dtrott@udel.edu" userId="S::urn:spo:guest#dtrott@udel.edu::" providerId="AD" clId="Web-{DF02D65B-B9F4-D6EE-9E80-F51EE76F3F36}" dt="2026-05-11T13:03:37.774" v="520" actId="20577"/>
        <pc:sldMkLst>
          <pc:docMk/>
          <pc:sldMk cId="1315912786" sldId="323"/>
        </pc:sldMkLst>
        <pc:spChg chg="mod">
          <ac:chgData name="dtrott@udel.edu" userId="S::urn:spo:guest#dtrott@udel.edu::" providerId="AD" clId="Web-{DF02D65B-B9F4-D6EE-9E80-F51EE76F3F36}" dt="2026-05-11T12:03:04.241" v="113" actId="20577"/>
          <ac:spMkLst>
            <pc:docMk/>
            <pc:sldMk cId="1315912786" sldId="323"/>
            <ac:spMk id="2" creationId="{DA079E46-3B1D-E3C1-464C-7CD238E08DE7}"/>
          </ac:spMkLst>
        </pc:spChg>
        <pc:spChg chg="del">
          <ac:chgData name="dtrott@udel.edu" userId="S::urn:spo:guest#dtrott@udel.edu::" providerId="AD" clId="Web-{DF02D65B-B9F4-D6EE-9E80-F51EE76F3F36}" dt="2026-05-11T12:03:07.476" v="114"/>
          <ac:spMkLst>
            <pc:docMk/>
            <pc:sldMk cId="1315912786" sldId="323"/>
            <ac:spMk id="3" creationId="{069D3BFC-FE3E-2860-8988-2544EBDAF879}"/>
          </ac:spMkLst>
        </pc:spChg>
        <pc:spChg chg="add mod">
          <ac:chgData name="dtrott@udel.edu" userId="S::urn:spo:guest#dtrott@udel.edu::" providerId="AD" clId="Web-{DF02D65B-B9F4-D6EE-9E80-F51EE76F3F36}" dt="2026-05-11T13:03:37.774" v="520" actId="20577"/>
          <ac:spMkLst>
            <pc:docMk/>
            <pc:sldMk cId="1315912786" sldId="323"/>
            <ac:spMk id="4" creationId="{2E029B4E-C71C-A19E-3656-3B22CFD8D3B9}"/>
          </ac:spMkLst>
        </pc:spChg>
        <pc:spChg chg="add mod">
          <ac:chgData name="dtrott@udel.edu" userId="S::urn:spo:guest#dtrott@udel.edu::" providerId="AD" clId="Web-{DF02D65B-B9F4-D6EE-9E80-F51EE76F3F36}" dt="2026-05-11T12:13:56.037" v="332" actId="20577"/>
          <ac:spMkLst>
            <pc:docMk/>
            <pc:sldMk cId="1315912786" sldId="323"/>
            <ac:spMk id="5" creationId="{C89BF558-7E30-91F2-F3DB-0B93D6ECB494}"/>
          </ac:spMkLst>
        </pc:spChg>
      </pc:sldChg>
    </pc:docChg>
  </pc:docChgLst>
  <pc:docChgLst>
    <pc:chgData name="dtrott@udel.edu" userId="S::urn:spo:guest#dtrott@udel.edu::" providerId="AD" clId="Web-{8E0D52D5-4CBB-65E4-587A-18184C971453}"/>
    <pc:docChg chg="addSld modSld sldOrd">
      <pc:chgData name="dtrott@udel.edu" userId="S::urn:spo:guest#dtrott@udel.edu::" providerId="AD" clId="Web-{8E0D52D5-4CBB-65E4-587A-18184C971453}" dt="2026-05-10T23:18:04.381" v="1265" actId="20577"/>
      <pc:docMkLst>
        <pc:docMk/>
      </pc:docMkLst>
      <pc:sldChg chg="mod ord modShow">
        <pc:chgData name="dtrott@udel.edu" userId="S::urn:spo:guest#dtrott@udel.edu::" providerId="AD" clId="Web-{8E0D52D5-4CBB-65E4-587A-18184C971453}" dt="2026-05-10T18:53:28.751" v="769"/>
        <pc:sldMkLst>
          <pc:docMk/>
          <pc:sldMk cId="1975062677" sldId="275"/>
        </pc:sldMkLst>
      </pc:sldChg>
      <pc:sldChg chg="modSp">
        <pc:chgData name="dtrott@udel.edu" userId="S::urn:spo:guest#dtrott@udel.edu::" providerId="AD" clId="Web-{8E0D52D5-4CBB-65E4-587A-18184C971453}" dt="2026-05-10T18:42:15.842" v="358" actId="20577"/>
        <pc:sldMkLst>
          <pc:docMk/>
          <pc:sldMk cId="3554162995" sldId="305"/>
        </pc:sldMkLst>
        <pc:spChg chg="mod">
          <ac:chgData name="dtrott@udel.edu" userId="S::urn:spo:guest#dtrott@udel.edu::" providerId="AD" clId="Web-{8E0D52D5-4CBB-65E4-587A-18184C971453}" dt="2026-05-10T18:42:15.842" v="358" actId="20577"/>
          <ac:spMkLst>
            <pc:docMk/>
            <pc:sldMk cId="3554162995" sldId="305"/>
            <ac:spMk id="3" creationId="{AF280A45-107F-8B06-5A7D-BFFBE5EAD3A1}"/>
          </ac:spMkLst>
        </pc:spChg>
      </pc:sldChg>
      <pc:sldChg chg="addSp modSp">
        <pc:chgData name="dtrott@udel.edu" userId="S::urn:spo:guest#dtrott@udel.edu::" providerId="AD" clId="Web-{8E0D52D5-4CBB-65E4-587A-18184C971453}" dt="2026-05-10T18:40:42.700" v="281" actId="20577"/>
        <pc:sldMkLst>
          <pc:docMk/>
          <pc:sldMk cId="1123141444" sldId="306"/>
        </pc:sldMkLst>
        <pc:spChg chg="mod">
          <ac:chgData name="dtrott@udel.edu" userId="S::urn:spo:guest#dtrott@udel.edu::" providerId="AD" clId="Web-{8E0D52D5-4CBB-65E4-587A-18184C971453}" dt="2026-05-10T18:39:12.870" v="228" actId="20577"/>
          <ac:spMkLst>
            <pc:docMk/>
            <pc:sldMk cId="1123141444" sldId="306"/>
            <ac:spMk id="2" creationId="{381CFD42-CB55-840C-C629-7FDE1D02798C}"/>
          </ac:spMkLst>
        </pc:spChg>
        <pc:spChg chg="mod">
          <ac:chgData name="dtrott@udel.edu" userId="S::urn:spo:guest#dtrott@udel.edu::" providerId="AD" clId="Web-{8E0D52D5-4CBB-65E4-587A-18184C971453}" dt="2026-05-10T18:40:42.700" v="281" actId="20577"/>
          <ac:spMkLst>
            <pc:docMk/>
            <pc:sldMk cId="1123141444" sldId="306"/>
            <ac:spMk id="6" creationId="{1C6C09B4-C38A-CED3-AA0A-F493BF9C3896}"/>
          </ac:spMkLst>
        </pc:spChg>
        <pc:spChg chg="add mod">
          <ac:chgData name="dtrott@udel.edu" userId="S::urn:spo:guest#dtrott@udel.edu::" providerId="AD" clId="Web-{8E0D52D5-4CBB-65E4-587A-18184C971453}" dt="2026-05-10T18:40:07.840" v="258" actId="14100"/>
          <ac:spMkLst>
            <pc:docMk/>
            <pc:sldMk cId="1123141444" sldId="306"/>
            <ac:spMk id="9" creationId="{CC243508-8AE6-BC5C-46D4-B1291AC963F6}"/>
          </ac:spMkLst>
        </pc:spChg>
        <pc:spChg chg="add mod">
          <ac:chgData name="dtrott@udel.edu" userId="S::urn:spo:guest#dtrott@udel.edu::" providerId="AD" clId="Web-{8E0D52D5-4CBB-65E4-587A-18184C971453}" dt="2026-05-10T18:40:10.949" v="260" actId="1076"/>
          <ac:spMkLst>
            <pc:docMk/>
            <pc:sldMk cId="1123141444" sldId="306"/>
            <ac:spMk id="10" creationId="{C638C85A-2DAB-106A-91CB-9F5BF5005C3C}"/>
          </ac:spMkLst>
        </pc:spChg>
        <pc:picChg chg="mod">
          <ac:chgData name="dtrott@udel.edu" userId="S::urn:spo:guest#dtrott@udel.edu::" providerId="AD" clId="Web-{8E0D52D5-4CBB-65E4-587A-18184C971453}" dt="2026-05-10T18:34:38.687" v="5" actId="1076"/>
          <ac:picMkLst>
            <pc:docMk/>
            <pc:sldMk cId="1123141444" sldId="306"/>
            <ac:picMk id="3" creationId="{CECDB9A8-6119-3111-6397-024587E6A01E}"/>
          </ac:picMkLst>
        </pc:picChg>
        <pc:picChg chg="mod">
          <ac:chgData name="dtrott@udel.edu" userId="S::urn:spo:guest#dtrott@udel.edu::" providerId="AD" clId="Web-{8E0D52D5-4CBB-65E4-587A-18184C971453}" dt="2026-05-10T18:34:35.218" v="3" actId="1076"/>
          <ac:picMkLst>
            <pc:docMk/>
            <pc:sldMk cId="1123141444" sldId="306"/>
            <ac:picMk id="4" creationId="{1D8D9E77-6A0E-75F3-7D2C-226FDAA09A3C}"/>
          </ac:picMkLst>
        </pc:picChg>
        <pc:picChg chg="mod">
          <ac:chgData name="dtrott@udel.edu" userId="S::urn:spo:guest#dtrott@udel.edu::" providerId="AD" clId="Web-{8E0D52D5-4CBB-65E4-587A-18184C971453}" dt="2026-05-10T18:34:38.703" v="6" actId="1076"/>
          <ac:picMkLst>
            <pc:docMk/>
            <pc:sldMk cId="1123141444" sldId="306"/>
            <ac:picMk id="5" creationId="{A886917D-3C56-09A7-4022-56735041A067}"/>
          </ac:picMkLst>
        </pc:picChg>
        <pc:picChg chg="mod">
          <ac:chgData name="dtrott@udel.edu" userId="S::urn:spo:guest#dtrott@udel.edu::" providerId="AD" clId="Web-{8E0D52D5-4CBB-65E4-587A-18184C971453}" dt="2026-05-10T18:34:34.249" v="2" actId="1076"/>
          <ac:picMkLst>
            <pc:docMk/>
            <pc:sldMk cId="1123141444" sldId="306"/>
            <ac:picMk id="7" creationId="{A26F119E-DB82-5CB6-E50F-C5E656CEF17E}"/>
          </ac:picMkLst>
        </pc:picChg>
        <pc:picChg chg="mod">
          <ac:chgData name="dtrott@udel.edu" userId="S::urn:spo:guest#dtrott@udel.edu::" providerId="AD" clId="Web-{8E0D52D5-4CBB-65E4-587A-18184C971453}" dt="2026-05-10T18:34:36.156" v="4" actId="1076"/>
          <ac:picMkLst>
            <pc:docMk/>
            <pc:sldMk cId="1123141444" sldId="306"/>
            <ac:picMk id="8" creationId="{48D5584C-4406-201C-0748-73C2F44B04FE}"/>
          </ac:picMkLst>
        </pc:picChg>
      </pc:sldChg>
      <pc:sldChg chg="addSp modSp">
        <pc:chgData name="dtrott@udel.edu" userId="S::urn:spo:guest#dtrott@udel.edu::" providerId="AD" clId="Web-{8E0D52D5-4CBB-65E4-587A-18184C971453}" dt="2026-05-10T18:41:09.904" v="292" actId="1076"/>
        <pc:sldMkLst>
          <pc:docMk/>
          <pc:sldMk cId="2038504589" sldId="307"/>
        </pc:sldMkLst>
        <pc:picChg chg="add mod modCrop">
          <ac:chgData name="dtrott@udel.edu" userId="S::urn:spo:guest#dtrott@udel.edu::" providerId="AD" clId="Web-{8E0D52D5-4CBB-65E4-587A-18184C971453}" dt="2026-05-10T18:41:09.904" v="292" actId="1076"/>
          <ac:picMkLst>
            <pc:docMk/>
            <pc:sldMk cId="2038504589" sldId="307"/>
            <ac:picMk id="3" creationId="{7CB91FB4-FA2F-6CF4-1CBF-8382E0B298A9}"/>
          </ac:picMkLst>
        </pc:picChg>
        <pc:picChg chg="mod modCrop">
          <ac:chgData name="dtrott@udel.edu" userId="S::urn:spo:guest#dtrott@udel.edu::" providerId="AD" clId="Web-{8E0D52D5-4CBB-65E4-587A-18184C971453}" dt="2026-05-10T18:41:07.466" v="290" actId="1076"/>
          <ac:picMkLst>
            <pc:docMk/>
            <pc:sldMk cId="2038504589" sldId="307"/>
            <ac:picMk id="4" creationId="{F99D0DAB-B64F-3167-0020-A91481421155}"/>
          </ac:picMkLst>
        </pc:picChg>
      </pc:sldChg>
      <pc:sldChg chg="addSp modSp">
        <pc:chgData name="dtrott@udel.edu" userId="S::urn:spo:guest#dtrott@udel.edu::" providerId="AD" clId="Web-{8E0D52D5-4CBB-65E4-587A-18184C971453}" dt="2026-05-10T18:38:20.368" v="171" actId="1076"/>
        <pc:sldMkLst>
          <pc:docMk/>
          <pc:sldMk cId="3727719925" sldId="309"/>
        </pc:sldMkLst>
        <pc:spChg chg="mod">
          <ac:chgData name="dtrott@udel.edu" userId="S::urn:spo:guest#dtrott@udel.edu::" providerId="AD" clId="Web-{8E0D52D5-4CBB-65E4-587A-18184C971453}" dt="2026-05-10T18:34:57.766" v="14" actId="20577"/>
          <ac:spMkLst>
            <pc:docMk/>
            <pc:sldMk cId="3727719925" sldId="309"/>
            <ac:spMk id="2" creationId="{96BA167D-5D8B-4581-813A-BABD41FF96E0}"/>
          </ac:spMkLst>
        </pc:spChg>
        <pc:spChg chg="add mod">
          <ac:chgData name="dtrott@udel.edu" userId="S::urn:spo:guest#dtrott@udel.edu::" providerId="AD" clId="Web-{8E0D52D5-4CBB-65E4-587A-18184C971453}" dt="2026-05-10T18:36:17.145" v="103" actId="1076"/>
          <ac:spMkLst>
            <pc:docMk/>
            <pc:sldMk cId="3727719925" sldId="309"/>
            <ac:spMk id="7" creationId="{E00313C7-BAE1-75AA-BCBF-130FB75F8E0E}"/>
          </ac:spMkLst>
        </pc:spChg>
        <pc:spChg chg="add mod">
          <ac:chgData name="dtrott@udel.edu" userId="S::urn:spo:guest#dtrott@udel.edu::" providerId="AD" clId="Web-{8E0D52D5-4CBB-65E4-587A-18184C971453}" dt="2026-05-10T18:36:19.520" v="104" actId="20577"/>
          <ac:spMkLst>
            <pc:docMk/>
            <pc:sldMk cId="3727719925" sldId="309"/>
            <ac:spMk id="8" creationId="{3FC55E9E-21FE-9A84-C04C-8DC6F8B01809}"/>
          </ac:spMkLst>
        </pc:spChg>
        <pc:spChg chg="add mod">
          <ac:chgData name="dtrott@udel.edu" userId="S::urn:spo:guest#dtrott@udel.edu::" providerId="AD" clId="Web-{8E0D52D5-4CBB-65E4-587A-18184C971453}" dt="2026-05-10T18:37:40.289" v="110" actId="14100"/>
          <ac:spMkLst>
            <pc:docMk/>
            <pc:sldMk cId="3727719925" sldId="309"/>
            <ac:spMk id="10" creationId="{4963E572-698B-AF70-5F49-EC4928028939}"/>
          </ac:spMkLst>
        </pc:spChg>
        <pc:spChg chg="add mod">
          <ac:chgData name="dtrott@udel.edu" userId="S::urn:spo:guest#dtrott@udel.edu::" providerId="AD" clId="Web-{8E0D52D5-4CBB-65E4-587A-18184C971453}" dt="2026-05-10T18:38:16.227" v="167" actId="1076"/>
          <ac:spMkLst>
            <pc:docMk/>
            <pc:sldMk cId="3727719925" sldId="309"/>
            <ac:spMk id="12" creationId="{38D12B9C-39A1-6014-7A84-277B12D99C36}"/>
          </ac:spMkLst>
        </pc:spChg>
        <pc:picChg chg="mod">
          <ac:chgData name="dtrott@udel.edu" userId="S::urn:spo:guest#dtrott@udel.edu::" providerId="AD" clId="Web-{8E0D52D5-4CBB-65E4-587A-18184C971453}" dt="2026-05-10T18:38:18.149" v="169" actId="1076"/>
          <ac:picMkLst>
            <pc:docMk/>
            <pc:sldMk cId="3727719925" sldId="309"/>
            <ac:picMk id="3" creationId="{0EDE753B-6141-EECF-B8B2-CA4C81B2F7D4}"/>
          </ac:picMkLst>
        </pc:picChg>
        <pc:picChg chg="mod">
          <ac:chgData name="dtrott@udel.edu" userId="S::urn:spo:guest#dtrott@udel.edu::" providerId="AD" clId="Web-{8E0D52D5-4CBB-65E4-587A-18184C971453}" dt="2026-05-10T18:38:20.368" v="171" actId="1076"/>
          <ac:picMkLst>
            <pc:docMk/>
            <pc:sldMk cId="3727719925" sldId="309"/>
            <ac:picMk id="4" creationId="{E4757747-FE5F-6DA1-57D7-30F40C46C8B8}"/>
          </ac:picMkLst>
        </pc:picChg>
        <pc:picChg chg="mod">
          <ac:chgData name="dtrott@udel.edu" userId="S::urn:spo:guest#dtrott@udel.edu::" providerId="AD" clId="Web-{8E0D52D5-4CBB-65E4-587A-18184C971453}" dt="2026-05-10T18:38:17.399" v="168" actId="1076"/>
          <ac:picMkLst>
            <pc:docMk/>
            <pc:sldMk cId="3727719925" sldId="309"/>
            <ac:picMk id="5" creationId="{F4CD80C8-1D0D-A5FD-E044-D09DBB8BA5B7}"/>
          </ac:picMkLst>
        </pc:picChg>
        <pc:picChg chg="mod">
          <ac:chgData name="dtrott@udel.edu" userId="S::urn:spo:guest#dtrott@udel.edu::" providerId="AD" clId="Web-{8E0D52D5-4CBB-65E4-587A-18184C971453}" dt="2026-05-10T18:36:00.488" v="85" actId="1076"/>
          <ac:picMkLst>
            <pc:docMk/>
            <pc:sldMk cId="3727719925" sldId="309"/>
            <ac:picMk id="6" creationId="{90137F04-1293-45A9-D503-9C188DA7AA06}"/>
          </ac:picMkLst>
        </pc:picChg>
      </pc:sldChg>
      <pc:sldChg chg="modSp">
        <pc:chgData name="dtrott@udel.edu" userId="S::urn:spo:guest#dtrott@udel.edu::" providerId="AD" clId="Web-{8E0D52D5-4CBB-65E4-587A-18184C971453}" dt="2026-05-10T18:56:32.757" v="773" actId="20577"/>
        <pc:sldMkLst>
          <pc:docMk/>
          <pc:sldMk cId="4092930844" sldId="310"/>
        </pc:sldMkLst>
        <pc:spChg chg="mod">
          <ac:chgData name="dtrott@udel.edu" userId="S::urn:spo:guest#dtrott@udel.edu::" providerId="AD" clId="Web-{8E0D52D5-4CBB-65E4-587A-18184C971453}" dt="2026-05-10T18:56:32.757" v="773" actId="20577"/>
          <ac:spMkLst>
            <pc:docMk/>
            <pc:sldMk cId="4092930844" sldId="310"/>
            <ac:spMk id="3" creationId="{18218BC4-04EB-9E4C-FE1E-5F7360CE1C78}"/>
          </ac:spMkLst>
        </pc:spChg>
      </pc:sldChg>
      <pc:sldChg chg="modSp">
        <pc:chgData name="dtrott@udel.edu" userId="S::urn:spo:guest#dtrott@udel.edu::" providerId="AD" clId="Web-{8E0D52D5-4CBB-65E4-587A-18184C971453}" dt="2026-05-10T18:48:13.480" v="580" actId="20577"/>
        <pc:sldMkLst>
          <pc:docMk/>
          <pc:sldMk cId="170117961" sldId="311"/>
        </pc:sldMkLst>
        <pc:spChg chg="mod">
          <ac:chgData name="dtrott@udel.edu" userId="S::urn:spo:guest#dtrott@udel.edu::" providerId="AD" clId="Web-{8E0D52D5-4CBB-65E4-587A-18184C971453}" dt="2026-05-10T18:48:13.480" v="580" actId="20577"/>
          <ac:spMkLst>
            <pc:docMk/>
            <pc:sldMk cId="170117961" sldId="311"/>
            <ac:spMk id="3" creationId="{50B005B1-59F3-FBDC-1638-AABFB57631F2}"/>
          </ac:spMkLst>
        </pc:spChg>
      </pc:sldChg>
      <pc:sldChg chg="modSp">
        <pc:chgData name="dtrott@udel.edu" userId="S::urn:spo:guest#dtrott@udel.edu::" providerId="AD" clId="Web-{8E0D52D5-4CBB-65E4-587A-18184C971453}" dt="2026-05-10T18:46:40.900" v="471" actId="1076"/>
        <pc:sldMkLst>
          <pc:docMk/>
          <pc:sldMk cId="4045715461" sldId="312"/>
        </pc:sldMkLst>
        <pc:spChg chg="mod">
          <ac:chgData name="dtrott@udel.edu" userId="S::urn:spo:guest#dtrott@udel.edu::" providerId="AD" clId="Web-{8E0D52D5-4CBB-65E4-587A-18184C971453}" dt="2026-05-10T18:46:39.244" v="470" actId="1076"/>
          <ac:spMkLst>
            <pc:docMk/>
            <pc:sldMk cId="4045715461" sldId="312"/>
            <ac:spMk id="2" creationId="{36A02003-1E96-E45E-D9EB-8948785ADD92}"/>
          </ac:spMkLst>
        </pc:spChg>
        <pc:picChg chg="mod">
          <ac:chgData name="dtrott@udel.edu" userId="S::urn:spo:guest#dtrott@udel.edu::" providerId="AD" clId="Web-{8E0D52D5-4CBB-65E4-587A-18184C971453}" dt="2026-05-10T18:46:40.900" v="471" actId="1076"/>
          <ac:picMkLst>
            <pc:docMk/>
            <pc:sldMk cId="4045715461" sldId="312"/>
            <ac:picMk id="4" creationId="{14276536-014D-6772-277B-1ADAC55BD8EA}"/>
          </ac:picMkLst>
        </pc:picChg>
        <pc:picChg chg="mod">
          <ac:chgData name="dtrott@udel.edu" userId="S::urn:spo:guest#dtrott@udel.edu::" providerId="AD" clId="Web-{8E0D52D5-4CBB-65E4-587A-18184C971453}" dt="2026-05-10T18:46:32.556" v="461" actId="1076"/>
          <ac:picMkLst>
            <pc:docMk/>
            <pc:sldMk cId="4045715461" sldId="312"/>
            <ac:picMk id="6" creationId="{2E007EE8-48AE-963D-F101-5FAD34DBD2CA}"/>
          </ac:picMkLst>
        </pc:picChg>
      </pc:sldChg>
      <pc:sldChg chg="addSp modSp">
        <pc:chgData name="dtrott@udel.edu" userId="S::urn:spo:guest#dtrott@udel.edu::" providerId="AD" clId="Web-{8E0D52D5-4CBB-65E4-587A-18184C971453}" dt="2026-05-10T19:11:04.695" v="1150" actId="1076"/>
        <pc:sldMkLst>
          <pc:docMk/>
          <pc:sldMk cId="3814508593" sldId="313"/>
        </pc:sldMkLst>
        <pc:spChg chg="mod">
          <ac:chgData name="dtrott@udel.edu" userId="S::urn:spo:guest#dtrott@udel.edu::" providerId="AD" clId="Web-{8E0D52D5-4CBB-65E4-587A-18184C971453}" dt="2026-05-10T18:48:01.292" v="578" actId="20577"/>
          <ac:spMkLst>
            <pc:docMk/>
            <pc:sldMk cId="3814508593" sldId="313"/>
            <ac:spMk id="2" creationId="{AA3F11F0-FB81-5B16-DA3F-664EEC611113}"/>
          </ac:spMkLst>
        </pc:spChg>
        <pc:spChg chg="add mod">
          <ac:chgData name="dtrott@udel.edu" userId="S::urn:spo:guest#dtrott@udel.edu::" providerId="AD" clId="Web-{8E0D52D5-4CBB-65E4-587A-18184C971453}" dt="2026-05-10T19:11:04.695" v="1150" actId="1076"/>
          <ac:spMkLst>
            <pc:docMk/>
            <pc:sldMk cId="3814508593" sldId="313"/>
            <ac:spMk id="3" creationId="{4FA894E6-E993-505F-E3C9-9F8D6D3F0C5B}"/>
          </ac:spMkLst>
        </pc:spChg>
        <pc:picChg chg="mod">
          <ac:chgData name="dtrott@udel.edu" userId="S::urn:spo:guest#dtrott@udel.edu::" providerId="AD" clId="Web-{8E0D52D5-4CBB-65E4-587A-18184C971453}" dt="2026-05-10T18:47:01.994" v="495" actId="14100"/>
          <ac:picMkLst>
            <pc:docMk/>
            <pc:sldMk cId="3814508593" sldId="313"/>
            <ac:picMk id="4" creationId="{BF1ADC06-9334-7FFE-B618-59A42900B79D}"/>
          </ac:picMkLst>
        </pc:picChg>
        <pc:picChg chg="mod">
          <ac:chgData name="dtrott@udel.edu" userId="S::urn:spo:guest#dtrott@udel.edu::" providerId="AD" clId="Web-{8E0D52D5-4CBB-65E4-587A-18184C971453}" dt="2026-05-10T18:47:03.291" v="496" actId="1076"/>
          <ac:picMkLst>
            <pc:docMk/>
            <pc:sldMk cId="3814508593" sldId="313"/>
            <ac:picMk id="6" creationId="{FCB03719-A5C5-C545-F5C8-24494FF34A72}"/>
          </ac:picMkLst>
        </pc:picChg>
      </pc:sldChg>
      <pc:sldChg chg="addSp delSp modSp">
        <pc:chgData name="dtrott@udel.edu" userId="S::urn:spo:guest#dtrott@udel.edu::" providerId="AD" clId="Web-{8E0D52D5-4CBB-65E4-587A-18184C971453}" dt="2026-05-10T23:18:04.381" v="1265" actId="20577"/>
        <pc:sldMkLst>
          <pc:docMk/>
          <pc:sldMk cId="1047020876" sldId="314"/>
        </pc:sldMkLst>
        <pc:spChg chg="mod">
          <ac:chgData name="dtrott@udel.edu" userId="S::urn:spo:guest#dtrott@udel.edu::" providerId="AD" clId="Web-{8E0D52D5-4CBB-65E4-587A-18184C971453}" dt="2026-05-10T18:49:07.485" v="614" actId="20577"/>
          <ac:spMkLst>
            <pc:docMk/>
            <pc:sldMk cId="1047020876" sldId="314"/>
            <ac:spMk id="2" creationId="{82737750-BF99-7DC6-D968-EF361AE801E7}"/>
          </ac:spMkLst>
        </pc:spChg>
        <pc:spChg chg="add mod">
          <ac:chgData name="dtrott@udel.edu" userId="S::urn:spo:guest#dtrott@udel.edu::" providerId="AD" clId="Web-{8E0D52D5-4CBB-65E4-587A-18184C971453}" dt="2026-05-10T23:18:04.381" v="1265" actId="20577"/>
          <ac:spMkLst>
            <pc:docMk/>
            <pc:sldMk cId="1047020876" sldId="314"/>
            <ac:spMk id="5" creationId="{BB3B29DD-9BF2-3F55-E68C-DF75D926325F}"/>
          </ac:spMkLst>
        </pc:spChg>
        <pc:spChg chg="add mod">
          <ac:chgData name="dtrott@udel.edu" userId="S::urn:spo:guest#dtrott@udel.edu::" providerId="AD" clId="Web-{8E0D52D5-4CBB-65E4-587A-18184C971453}" dt="2026-05-10T19:13:52.919" v="1180" actId="20577"/>
          <ac:spMkLst>
            <pc:docMk/>
            <pc:sldMk cId="1047020876" sldId="314"/>
            <ac:spMk id="6" creationId="{36155D61-4A53-2701-DC39-92AFAA1FF4C9}"/>
          </ac:spMkLst>
        </pc:spChg>
        <pc:spChg chg="add mod">
          <ac:chgData name="dtrott@udel.edu" userId="S::urn:spo:guest#dtrott@udel.edu::" providerId="AD" clId="Web-{8E0D52D5-4CBB-65E4-587A-18184C971453}" dt="2026-05-10T19:14:02.857" v="1183" actId="1076"/>
          <ac:spMkLst>
            <pc:docMk/>
            <pc:sldMk cId="1047020876" sldId="314"/>
            <ac:spMk id="8" creationId="{549021E1-13BD-A89E-BBAD-9768653A2B4D}"/>
          </ac:spMkLst>
        </pc:spChg>
        <pc:spChg chg="add del mod">
          <ac:chgData name="dtrott@udel.edu" userId="S::urn:spo:guest#dtrott@udel.edu::" providerId="AD" clId="Web-{8E0D52D5-4CBB-65E4-587A-18184C971453}" dt="2026-05-10T19:14:08.435" v="1186"/>
          <ac:spMkLst>
            <pc:docMk/>
            <pc:sldMk cId="1047020876" sldId="314"/>
            <ac:spMk id="9" creationId="{3B4C83DC-3AEC-EC80-F62A-6A4D473425AD}"/>
          </ac:spMkLst>
        </pc:spChg>
        <pc:spChg chg="add del mod">
          <ac:chgData name="dtrott@udel.edu" userId="S::urn:spo:guest#dtrott@udel.edu::" providerId="AD" clId="Web-{8E0D52D5-4CBB-65E4-587A-18184C971453}" dt="2026-05-10T19:14:59.049" v="1218"/>
          <ac:spMkLst>
            <pc:docMk/>
            <pc:sldMk cId="1047020876" sldId="314"/>
            <ac:spMk id="11" creationId="{1D97909D-D32A-2F0B-C50F-7EF1C19DD6A0}"/>
          </ac:spMkLst>
        </pc:spChg>
        <pc:spChg chg="add mod">
          <ac:chgData name="dtrott@udel.edu" userId="S::urn:spo:guest#dtrott@udel.edu::" providerId="AD" clId="Web-{8E0D52D5-4CBB-65E4-587A-18184C971453}" dt="2026-05-10T19:15:22.956" v="1264" actId="1076"/>
          <ac:spMkLst>
            <pc:docMk/>
            <pc:sldMk cId="1047020876" sldId="314"/>
            <ac:spMk id="12" creationId="{8FED1EE8-85BC-F31B-1C50-3D1FBEBC51CD}"/>
          </ac:spMkLst>
        </pc:spChg>
        <pc:picChg chg="add mod ord modCrop">
          <ac:chgData name="dtrott@udel.edu" userId="S::urn:spo:guest#dtrott@udel.edu::" providerId="AD" clId="Web-{8E0D52D5-4CBB-65E4-587A-18184C971453}" dt="2026-05-10T19:14:35.533" v="1195" actId="1076"/>
          <ac:picMkLst>
            <pc:docMk/>
            <pc:sldMk cId="1047020876" sldId="314"/>
            <ac:picMk id="3" creationId="{543DF4AF-F9D1-9291-2B8C-DE5B36F834BC}"/>
          </ac:picMkLst>
        </pc:picChg>
        <pc:picChg chg="mod modCrop">
          <ac:chgData name="dtrott@udel.edu" userId="S::urn:spo:guest#dtrott@udel.edu::" providerId="AD" clId="Web-{8E0D52D5-4CBB-65E4-587A-18184C971453}" dt="2026-05-10T19:14:35.533" v="1196" actId="1076"/>
          <ac:picMkLst>
            <pc:docMk/>
            <pc:sldMk cId="1047020876" sldId="314"/>
            <ac:picMk id="4" creationId="{BEABA8AE-53F6-2610-D6C3-C015FA1B2B4F}"/>
          </ac:picMkLst>
        </pc:picChg>
        <pc:picChg chg="add mod modCrop">
          <ac:chgData name="dtrott@udel.edu" userId="S::urn:spo:guest#dtrott@udel.edu::" providerId="AD" clId="Web-{8E0D52D5-4CBB-65E4-587A-18184C971453}" dt="2026-05-10T19:14:19.748" v="1190" actId="1076"/>
          <ac:picMkLst>
            <pc:docMk/>
            <pc:sldMk cId="1047020876" sldId="314"/>
            <ac:picMk id="10" creationId="{91E19009-D26B-01C0-B34B-53BDDE144AFB}"/>
          </ac:picMkLst>
        </pc:picChg>
      </pc:sldChg>
      <pc:sldChg chg="addSp delSp modSp new ord">
        <pc:chgData name="dtrott@udel.edu" userId="S::urn:spo:guest#dtrott@udel.edu::" providerId="AD" clId="Web-{8E0D52D5-4CBB-65E4-587A-18184C971453}" dt="2026-05-10T19:03:47.015" v="947" actId="20577"/>
        <pc:sldMkLst>
          <pc:docMk/>
          <pc:sldMk cId="131228033" sldId="315"/>
        </pc:sldMkLst>
        <pc:spChg chg="mod">
          <ac:chgData name="dtrott@udel.edu" userId="S::urn:spo:guest#dtrott@udel.edu::" providerId="AD" clId="Web-{8E0D52D5-4CBB-65E4-587A-18184C971453}" dt="2026-05-10T18:42:57.959" v="386" actId="20577"/>
          <ac:spMkLst>
            <pc:docMk/>
            <pc:sldMk cId="131228033" sldId="315"/>
            <ac:spMk id="2" creationId="{B4A8B718-5DAA-45D1-12DF-F693959DF21A}"/>
          </ac:spMkLst>
        </pc:spChg>
        <pc:spChg chg="del">
          <ac:chgData name="dtrott@udel.edu" userId="S::urn:spo:guest#dtrott@udel.edu::" providerId="AD" clId="Web-{8E0D52D5-4CBB-65E4-587A-18184C971453}" dt="2026-05-10T18:43:22.225" v="387"/>
          <ac:spMkLst>
            <pc:docMk/>
            <pc:sldMk cId="131228033" sldId="315"/>
            <ac:spMk id="3" creationId="{02F6D711-2CE8-2905-C542-177A81903D51}"/>
          </ac:spMkLst>
        </pc:spChg>
        <pc:spChg chg="add mod">
          <ac:chgData name="dtrott@udel.edu" userId="S::urn:spo:guest#dtrott@udel.edu::" providerId="AD" clId="Web-{8E0D52D5-4CBB-65E4-587A-18184C971453}" dt="2026-05-10T19:03:06.452" v="912" actId="1076"/>
          <ac:spMkLst>
            <pc:docMk/>
            <pc:sldMk cId="131228033" sldId="315"/>
            <ac:spMk id="10" creationId="{604DC4B6-4E08-F1E0-1505-DEAA0DADDC7C}"/>
          </ac:spMkLst>
        </pc:spChg>
        <pc:spChg chg="add mod">
          <ac:chgData name="dtrott@udel.edu" userId="S::urn:spo:guest#dtrott@udel.edu::" providerId="AD" clId="Web-{8E0D52D5-4CBB-65E4-587A-18184C971453}" dt="2026-05-10T19:03:06.467" v="913" actId="1076"/>
          <ac:spMkLst>
            <pc:docMk/>
            <pc:sldMk cId="131228033" sldId="315"/>
            <ac:spMk id="11" creationId="{F32B3965-611E-B578-BFD6-49748FC3F313}"/>
          </ac:spMkLst>
        </pc:spChg>
        <pc:spChg chg="add mod">
          <ac:chgData name="dtrott@udel.edu" userId="S::urn:spo:guest#dtrott@udel.edu::" providerId="AD" clId="Web-{8E0D52D5-4CBB-65E4-587A-18184C971453}" dt="2026-05-10T19:03:06.467" v="914" actId="1076"/>
          <ac:spMkLst>
            <pc:docMk/>
            <pc:sldMk cId="131228033" sldId="315"/>
            <ac:spMk id="12" creationId="{F803ED49-8444-1511-DD76-2B382F3473F8}"/>
          </ac:spMkLst>
        </pc:spChg>
        <pc:spChg chg="add mod">
          <ac:chgData name="dtrott@udel.edu" userId="S::urn:spo:guest#dtrott@udel.edu::" providerId="AD" clId="Web-{8E0D52D5-4CBB-65E4-587A-18184C971453}" dt="2026-05-10T19:03:06.467" v="915" actId="1076"/>
          <ac:spMkLst>
            <pc:docMk/>
            <pc:sldMk cId="131228033" sldId="315"/>
            <ac:spMk id="13" creationId="{477AF6E9-BD0D-3CEF-5ADE-DA1C859F89F4}"/>
          </ac:spMkLst>
        </pc:spChg>
        <pc:spChg chg="add mod">
          <ac:chgData name="dtrott@udel.edu" userId="S::urn:spo:guest#dtrott@udel.edu::" providerId="AD" clId="Web-{8E0D52D5-4CBB-65E4-587A-18184C971453}" dt="2026-05-10T19:03:47.015" v="947" actId="20577"/>
          <ac:spMkLst>
            <pc:docMk/>
            <pc:sldMk cId="131228033" sldId="315"/>
            <ac:spMk id="15" creationId="{E51D0E05-F84A-2ECC-9146-FC0E577A8F24}"/>
          </ac:spMkLst>
        </pc:spChg>
        <pc:picChg chg="add del mod modCrop">
          <ac:chgData name="dtrott@udel.edu" userId="S::urn:spo:guest#dtrott@udel.edu::" providerId="AD" clId="Web-{8E0D52D5-4CBB-65E4-587A-18184C971453}" dt="2026-05-10T18:44:07.304" v="400"/>
          <ac:picMkLst>
            <pc:docMk/>
            <pc:sldMk cId="131228033" sldId="315"/>
            <ac:picMk id="4" creationId="{B216C0D4-B0D4-B042-EEB4-DA6F0DF37274}"/>
          </ac:picMkLst>
        </pc:picChg>
        <pc:picChg chg="add del mod modCrop">
          <ac:chgData name="dtrott@udel.edu" userId="S::urn:spo:guest#dtrott@udel.edu::" providerId="AD" clId="Web-{8E0D52D5-4CBB-65E4-587A-18184C971453}" dt="2026-05-10T18:43:58.648" v="399"/>
          <ac:picMkLst>
            <pc:docMk/>
            <pc:sldMk cId="131228033" sldId="315"/>
            <ac:picMk id="5" creationId="{34C65162-A4A3-CFF3-807D-BBEA1BD9ACA7}"/>
          </ac:picMkLst>
        </pc:picChg>
        <pc:picChg chg="add mod">
          <ac:chgData name="dtrott@udel.edu" userId="S::urn:spo:guest#dtrott@udel.edu::" providerId="AD" clId="Web-{8E0D52D5-4CBB-65E4-587A-18184C971453}" dt="2026-05-10T19:03:06.436" v="908" actId="1076"/>
          <ac:picMkLst>
            <pc:docMk/>
            <pc:sldMk cId="131228033" sldId="315"/>
            <ac:picMk id="6" creationId="{5341103F-2EE8-986A-2509-0E2AB8846F9B}"/>
          </ac:picMkLst>
        </pc:picChg>
        <pc:picChg chg="add mod">
          <ac:chgData name="dtrott@udel.edu" userId="S::urn:spo:guest#dtrott@udel.edu::" providerId="AD" clId="Web-{8E0D52D5-4CBB-65E4-587A-18184C971453}" dt="2026-05-10T19:03:06.436" v="909" actId="1076"/>
          <ac:picMkLst>
            <pc:docMk/>
            <pc:sldMk cId="131228033" sldId="315"/>
            <ac:picMk id="7" creationId="{A476CDDD-8A88-23BC-A465-5DD5DC4CC6E3}"/>
          </ac:picMkLst>
        </pc:picChg>
        <pc:picChg chg="add mod">
          <ac:chgData name="dtrott@udel.edu" userId="S::urn:spo:guest#dtrott@udel.edu::" providerId="AD" clId="Web-{8E0D52D5-4CBB-65E4-587A-18184C971453}" dt="2026-05-10T19:03:06.452" v="910" actId="1076"/>
          <ac:picMkLst>
            <pc:docMk/>
            <pc:sldMk cId="131228033" sldId="315"/>
            <ac:picMk id="8" creationId="{9948A03F-6F37-002A-E713-F4C2118ED13E}"/>
          </ac:picMkLst>
        </pc:picChg>
        <pc:picChg chg="add mod">
          <ac:chgData name="dtrott@udel.edu" userId="S::urn:spo:guest#dtrott@udel.edu::" providerId="AD" clId="Web-{8E0D52D5-4CBB-65E4-587A-18184C971453}" dt="2026-05-10T19:03:06.452" v="911" actId="1076"/>
          <ac:picMkLst>
            <pc:docMk/>
            <pc:sldMk cId="131228033" sldId="315"/>
            <ac:picMk id="9" creationId="{AF647411-1C48-4907-C300-74240205723A}"/>
          </ac:picMkLst>
        </pc:picChg>
        <pc:picChg chg="add mod">
          <ac:chgData name="dtrott@udel.edu" userId="S::urn:spo:guest#dtrott@udel.edu::" providerId="AD" clId="Web-{8E0D52D5-4CBB-65E4-587A-18184C971453}" dt="2026-05-10T19:01:03.794" v="814" actId="1076"/>
          <ac:picMkLst>
            <pc:docMk/>
            <pc:sldMk cId="131228033" sldId="315"/>
            <ac:picMk id="14" creationId="{52CE01EF-425F-300E-ECFC-C30E60A12BC8}"/>
          </ac:picMkLst>
        </pc:picChg>
      </pc:sldChg>
      <pc:sldChg chg="addSp delSp modSp new">
        <pc:chgData name="dtrott@udel.edu" userId="S::urn:spo:guest#dtrott@udel.edu::" providerId="AD" clId="Web-{8E0D52D5-4CBB-65E4-587A-18184C971453}" dt="2026-05-10T19:10:43.851" v="1149" actId="20577"/>
        <pc:sldMkLst>
          <pc:docMk/>
          <pc:sldMk cId="560476532" sldId="316"/>
        </pc:sldMkLst>
        <pc:spChg chg="mod">
          <ac:chgData name="dtrott@udel.edu" userId="S::urn:spo:guest#dtrott@udel.edu::" providerId="AD" clId="Web-{8E0D52D5-4CBB-65E4-587A-18184C971453}" dt="2026-05-10T19:10:43.851" v="1149" actId="20577"/>
          <ac:spMkLst>
            <pc:docMk/>
            <pc:sldMk cId="560476532" sldId="316"/>
            <ac:spMk id="2" creationId="{92D6FF99-412F-15E2-8D48-C4275C65712C}"/>
          </ac:spMkLst>
        </pc:spChg>
        <pc:spChg chg="del">
          <ac:chgData name="dtrott@udel.edu" userId="S::urn:spo:guest#dtrott@udel.edu::" providerId="AD" clId="Web-{8E0D52D5-4CBB-65E4-587A-18184C971453}" dt="2026-05-10T19:04:55.984" v="949"/>
          <ac:spMkLst>
            <pc:docMk/>
            <pc:sldMk cId="560476532" sldId="316"/>
            <ac:spMk id="3" creationId="{6978EA57-5E8A-A40E-7584-C9831EF131E0}"/>
          </ac:spMkLst>
        </pc:spChg>
        <pc:spChg chg="add">
          <ac:chgData name="dtrott@udel.edu" userId="S::urn:spo:guest#dtrott@udel.edu::" providerId="AD" clId="Web-{8E0D52D5-4CBB-65E4-587A-18184C971453}" dt="2026-05-10T19:05:22.517" v="961"/>
          <ac:spMkLst>
            <pc:docMk/>
            <pc:sldMk cId="560476532" sldId="316"/>
            <ac:spMk id="7" creationId="{E158472A-C1DE-35D5-2106-29CC356B613C}"/>
          </ac:spMkLst>
        </pc:spChg>
        <pc:spChg chg="add del mod">
          <ac:chgData name="dtrott@udel.edu" userId="S::urn:spo:guest#dtrott@udel.edu::" providerId="AD" clId="Web-{8E0D52D5-4CBB-65E4-587A-18184C971453}" dt="2026-05-10T19:05:46.269" v="964"/>
          <ac:spMkLst>
            <pc:docMk/>
            <pc:sldMk cId="560476532" sldId="316"/>
            <ac:spMk id="8" creationId="{D2B6A673-FFB7-CEA3-57D3-6109BF7DBF70}"/>
          </ac:spMkLst>
        </pc:spChg>
        <pc:spChg chg="add mod">
          <ac:chgData name="dtrott@udel.edu" userId="S::urn:spo:guest#dtrott@udel.edu::" providerId="AD" clId="Web-{8E0D52D5-4CBB-65E4-587A-18184C971453}" dt="2026-05-10T19:10:06.505" v="1125" actId="1076"/>
          <ac:spMkLst>
            <pc:docMk/>
            <pc:sldMk cId="560476532" sldId="316"/>
            <ac:spMk id="9" creationId="{809286D0-9776-AAFE-9B2C-8209015E4B59}"/>
          </ac:spMkLst>
        </pc:spChg>
        <pc:spChg chg="add mod">
          <ac:chgData name="dtrott@udel.edu" userId="S::urn:spo:guest#dtrott@udel.edu::" providerId="AD" clId="Web-{8E0D52D5-4CBB-65E4-587A-18184C971453}" dt="2026-05-10T19:10:08.193" v="1126" actId="1076"/>
          <ac:spMkLst>
            <pc:docMk/>
            <pc:sldMk cId="560476532" sldId="316"/>
            <ac:spMk id="10" creationId="{31AD40E9-FF2A-3776-EB72-7FE8A040E48C}"/>
          </ac:spMkLst>
        </pc:spChg>
        <pc:spChg chg="add mod">
          <ac:chgData name="dtrott@udel.edu" userId="S::urn:spo:guest#dtrott@udel.edu::" providerId="AD" clId="Web-{8E0D52D5-4CBB-65E4-587A-18184C971453}" dt="2026-05-10T19:10:02.661" v="1123" actId="20577"/>
          <ac:spMkLst>
            <pc:docMk/>
            <pc:sldMk cId="560476532" sldId="316"/>
            <ac:spMk id="11" creationId="{DED23B18-9F90-8705-D5E0-950D0C6D40E3}"/>
          </ac:spMkLst>
        </pc:spChg>
        <pc:picChg chg="add mod">
          <ac:chgData name="dtrott@udel.edu" userId="S::urn:spo:guest#dtrott@udel.edu::" providerId="AD" clId="Web-{8E0D52D5-4CBB-65E4-587A-18184C971453}" dt="2026-05-10T19:05:17.344" v="960" actId="1076"/>
          <ac:picMkLst>
            <pc:docMk/>
            <pc:sldMk cId="560476532" sldId="316"/>
            <ac:picMk id="4" creationId="{D4D1FE5F-E806-90BF-821D-E310A46A89AE}"/>
          </ac:picMkLst>
        </pc:picChg>
        <pc:picChg chg="add mod">
          <ac:chgData name="dtrott@udel.edu" userId="S::urn:spo:guest#dtrott@udel.edu::" providerId="AD" clId="Web-{8E0D52D5-4CBB-65E4-587A-18184C971453}" dt="2026-05-10T19:05:16.594" v="959" actId="1076"/>
          <ac:picMkLst>
            <pc:docMk/>
            <pc:sldMk cId="560476532" sldId="316"/>
            <ac:picMk id="6" creationId="{40D0EE11-944F-453F-79CE-DFAC66BFEFBF}"/>
          </ac:picMkLst>
        </pc:picChg>
      </pc:sldChg>
    </pc:docChg>
  </pc:docChgLst>
  <pc:docChgLst>
    <pc:chgData name="kalyanik@udel.edu" userId="S::urn:spo:guest#kalyanik@udel.edu::" providerId="AD" clId="Web-{3B390ACA-277E-CCE3-36AE-A85E0D82C3BC}"/>
    <pc:docChg chg="addSld delSld modSld sldOrd">
      <pc:chgData name="kalyanik@udel.edu" userId="S::urn:spo:guest#kalyanik@udel.edu::" providerId="AD" clId="Web-{3B390ACA-277E-CCE3-36AE-A85E0D82C3BC}" dt="2026-05-10T21:56:24.811" v="991" actId="20577"/>
      <pc:docMkLst>
        <pc:docMk/>
      </pc:docMkLst>
      <pc:sldChg chg="modSp">
        <pc:chgData name="kalyanik@udel.edu" userId="S::urn:spo:guest#kalyanik@udel.edu::" providerId="AD" clId="Web-{3B390ACA-277E-CCE3-36AE-A85E0D82C3BC}" dt="2026-05-10T21:54:02.358" v="782" actId="20577"/>
        <pc:sldMkLst>
          <pc:docMk/>
          <pc:sldMk cId="710740252" sldId="294"/>
        </pc:sldMkLst>
        <pc:spChg chg="mod">
          <ac:chgData name="kalyanik@udel.edu" userId="S::urn:spo:guest#kalyanik@udel.edu::" providerId="AD" clId="Web-{3B390ACA-277E-CCE3-36AE-A85E0D82C3BC}" dt="2026-05-10T21:54:02.358" v="782" actId="20577"/>
          <ac:spMkLst>
            <pc:docMk/>
            <pc:sldMk cId="710740252" sldId="294"/>
            <ac:spMk id="3" creationId="{EB51DEC7-0ADC-1D6F-4C65-98AD659188FC}"/>
          </ac:spMkLst>
        </pc:spChg>
      </pc:sldChg>
      <pc:sldChg chg="mod ord modShow">
        <pc:chgData name="kalyanik@udel.edu" userId="S::urn:spo:guest#kalyanik@udel.edu::" providerId="AD" clId="Web-{3B390ACA-277E-CCE3-36AE-A85E0D82C3BC}" dt="2026-05-10T19:17:14.280" v="1"/>
        <pc:sldMkLst>
          <pc:docMk/>
          <pc:sldMk cId="1074975526" sldId="302"/>
        </pc:sldMkLst>
      </pc:sldChg>
      <pc:sldChg chg="addSp delSp modSp">
        <pc:chgData name="kalyanik@udel.edu" userId="S::urn:spo:guest#kalyanik@udel.edu::" providerId="AD" clId="Web-{3B390ACA-277E-CCE3-36AE-A85E0D82C3BC}" dt="2026-05-10T19:31:47.193" v="14" actId="1076"/>
        <pc:sldMkLst>
          <pc:docMk/>
          <pc:sldMk cId="3344751950" sldId="303"/>
        </pc:sldMkLst>
        <pc:picChg chg="add del mod">
          <ac:chgData name="kalyanik@udel.edu" userId="S::urn:spo:guest#kalyanik@udel.edu::" providerId="AD" clId="Web-{3B390ACA-277E-CCE3-36AE-A85E0D82C3BC}" dt="2026-05-10T19:31:27.427" v="7"/>
          <ac:picMkLst>
            <pc:docMk/>
            <pc:sldMk cId="3344751950" sldId="303"/>
            <ac:picMk id="3" creationId="{7458FB7F-9A68-D17A-FDCF-082DE1776528}"/>
          </ac:picMkLst>
        </pc:picChg>
        <pc:picChg chg="add mod">
          <ac:chgData name="kalyanik@udel.edu" userId="S::urn:spo:guest#kalyanik@udel.edu::" providerId="AD" clId="Web-{3B390ACA-277E-CCE3-36AE-A85E0D82C3BC}" dt="2026-05-10T19:31:47.193" v="14" actId="1076"/>
          <ac:picMkLst>
            <pc:docMk/>
            <pc:sldMk cId="3344751950" sldId="303"/>
            <ac:picMk id="4" creationId="{C5CA150C-8C95-7BC9-82D0-4AA87077FC54}"/>
          </ac:picMkLst>
        </pc:picChg>
      </pc:sldChg>
      <pc:sldChg chg="del">
        <pc:chgData name="kalyanik@udel.edu" userId="S::urn:spo:guest#kalyanik@udel.edu::" providerId="AD" clId="Web-{3B390ACA-277E-CCE3-36AE-A85E0D82C3BC}" dt="2026-05-10T19:57:53.282" v="35"/>
        <pc:sldMkLst>
          <pc:docMk/>
          <pc:sldMk cId="3576927433" sldId="304"/>
        </pc:sldMkLst>
      </pc:sldChg>
      <pc:sldChg chg="addSp delSp modSp">
        <pc:chgData name="kalyanik@udel.edu" userId="S::urn:spo:guest#kalyanik@udel.edu::" providerId="AD" clId="Web-{3B390ACA-277E-CCE3-36AE-A85E0D82C3BC}" dt="2026-05-10T19:57:43.172" v="34" actId="1076"/>
        <pc:sldMkLst>
          <pc:docMk/>
          <pc:sldMk cId="2279135174" sldId="308"/>
        </pc:sldMkLst>
        <pc:spChg chg="mod">
          <ac:chgData name="kalyanik@udel.edu" userId="S::urn:spo:guest#kalyanik@udel.edu::" providerId="AD" clId="Web-{3B390ACA-277E-CCE3-36AE-A85E0D82C3BC}" dt="2026-05-10T19:56:04.200" v="23" actId="20577"/>
          <ac:spMkLst>
            <pc:docMk/>
            <pc:sldMk cId="2279135174" sldId="308"/>
            <ac:spMk id="2" creationId="{E93B236E-FCAD-71CD-1D95-B7948ACDB906}"/>
          </ac:spMkLst>
        </pc:spChg>
        <pc:spChg chg="del">
          <ac:chgData name="kalyanik@udel.edu" userId="S::urn:spo:guest#kalyanik@udel.edu::" providerId="AD" clId="Web-{3B390ACA-277E-CCE3-36AE-A85E0D82C3BC}" dt="2026-05-10T19:57:22.843" v="31"/>
          <ac:spMkLst>
            <pc:docMk/>
            <pc:sldMk cId="2279135174" sldId="308"/>
            <ac:spMk id="3" creationId="{62AC1AE4-9567-C35C-830B-93C745E604B0}"/>
          </ac:spMkLst>
        </pc:spChg>
        <pc:picChg chg="add mod">
          <ac:chgData name="kalyanik@udel.edu" userId="S::urn:spo:guest#kalyanik@udel.edu::" providerId="AD" clId="Web-{3B390ACA-277E-CCE3-36AE-A85E0D82C3BC}" dt="2026-05-10T19:57:43.172" v="34" actId="1076"/>
          <ac:picMkLst>
            <pc:docMk/>
            <pc:sldMk cId="2279135174" sldId="308"/>
            <ac:picMk id="4" creationId="{140D3043-DF09-68A0-FEDD-737D6ADB7EAF}"/>
          </ac:picMkLst>
        </pc:picChg>
      </pc:sldChg>
      <pc:sldChg chg="modSp">
        <pc:chgData name="kalyanik@udel.edu" userId="S::urn:spo:guest#kalyanik@udel.edu::" providerId="AD" clId="Web-{3B390ACA-277E-CCE3-36AE-A85E0D82C3BC}" dt="2026-05-10T21:56:24.811" v="991" actId="20577"/>
        <pc:sldMkLst>
          <pc:docMk/>
          <pc:sldMk cId="4092930844" sldId="310"/>
        </pc:sldMkLst>
        <pc:spChg chg="mod">
          <ac:chgData name="kalyanik@udel.edu" userId="S::urn:spo:guest#kalyanik@udel.edu::" providerId="AD" clId="Web-{3B390ACA-277E-CCE3-36AE-A85E0D82C3BC}" dt="2026-05-10T21:56:24.811" v="991" actId="20577"/>
          <ac:spMkLst>
            <pc:docMk/>
            <pc:sldMk cId="4092930844" sldId="310"/>
            <ac:spMk id="3" creationId="{18218BC4-04EB-9E4C-FE1E-5F7360CE1C78}"/>
          </ac:spMkLst>
        </pc:spChg>
      </pc:sldChg>
      <pc:sldChg chg="modSp">
        <pc:chgData name="kalyanik@udel.edu" userId="S::urn:spo:guest#kalyanik@udel.edu::" providerId="AD" clId="Web-{3B390ACA-277E-CCE3-36AE-A85E0D82C3BC}" dt="2026-05-10T19:58:33.314" v="61" actId="1076"/>
        <pc:sldMkLst>
          <pc:docMk/>
          <pc:sldMk cId="170117961" sldId="311"/>
        </pc:sldMkLst>
        <pc:spChg chg="mod">
          <ac:chgData name="kalyanik@udel.edu" userId="S::urn:spo:guest#kalyanik@udel.edu::" providerId="AD" clId="Web-{3B390ACA-277E-CCE3-36AE-A85E0D82C3BC}" dt="2026-05-10T19:58:33.314" v="61" actId="1076"/>
          <ac:spMkLst>
            <pc:docMk/>
            <pc:sldMk cId="170117961" sldId="311"/>
            <ac:spMk id="2" creationId="{1DD375E9-2CE9-237B-D257-10269ED634E2}"/>
          </ac:spMkLst>
        </pc:spChg>
      </pc:sldChg>
      <pc:sldChg chg="addSp delSp modSp">
        <pc:chgData name="kalyanik@udel.edu" userId="S::urn:spo:guest#kalyanik@udel.edu::" providerId="AD" clId="Web-{3B390ACA-277E-CCE3-36AE-A85E0D82C3BC}" dt="2026-05-10T20:07:47.403" v="115" actId="1076"/>
        <pc:sldMkLst>
          <pc:docMk/>
          <pc:sldMk cId="3814508593" sldId="313"/>
        </pc:sldMkLst>
        <pc:spChg chg="mod">
          <ac:chgData name="kalyanik@udel.edu" userId="S::urn:spo:guest#kalyanik@udel.edu::" providerId="AD" clId="Web-{3B390ACA-277E-CCE3-36AE-A85E0D82C3BC}" dt="2026-05-10T20:01:19.975" v="108" actId="20577"/>
          <ac:spMkLst>
            <pc:docMk/>
            <pc:sldMk cId="3814508593" sldId="313"/>
            <ac:spMk id="2" creationId="{AA3F11F0-FB81-5B16-DA3F-664EEC611113}"/>
          </ac:spMkLst>
        </pc:spChg>
        <pc:picChg chg="add mod">
          <ac:chgData name="kalyanik@udel.edu" userId="S::urn:spo:guest#kalyanik@udel.edu::" providerId="AD" clId="Web-{3B390ACA-277E-CCE3-36AE-A85E0D82C3BC}" dt="2026-05-10T20:07:47.403" v="115" actId="1076"/>
          <ac:picMkLst>
            <pc:docMk/>
            <pc:sldMk cId="3814508593" sldId="313"/>
            <ac:picMk id="5" creationId="{A8FA2FEF-50A9-BE18-DA89-B94E28BC504F}"/>
          </ac:picMkLst>
        </pc:picChg>
        <pc:picChg chg="del mod">
          <ac:chgData name="kalyanik@udel.edu" userId="S::urn:spo:guest#kalyanik@udel.edu::" providerId="AD" clId="Web-{3B390ACA-277E-CCE3-36AE-A85E0D82C3BC}" dt="2026-05-10T20:07:29.684" v="111"/>
          <ac:picMkLst>
            <pc:docMk/>
            <pc:sldMk cId="3814508593" sldId="313"/>
            <ac:picMk id="6" creationId="{FCB03719-A5C5-C545-F5C8-24494FF34A72}"/>
          </ac:picMkLst>
        </pc:picChg>
      </pc:sldChg>
      <pc:sldChg chg="modSp">
        <pc:chgData name="kalyanik@udel.edu" userId="S::urn:spo:guest#kalyanik@udel.edu::" providerId="AD" clId="Web-{3B390ACA-277E-CCE3-36AE-A85E0D82C3BC}" dt="2026-05-10T20:06:44.730" v="110" actId="1076"/>
        <pc:sldMkLst>
          <pc:docMk/>
          <pc:sldMk cId="1047020876" sldId="314"/>
        </pc:sldMkLst>
        <pc:picChg chg="mod">
          <ac:chgData name="kalyanik@udel.edu" userId="S::urn:spo:guest#kalyanik@udel.edu::" providerId="AD" clId="Web-{3B390ACA-277E-CCE3-36AE-A85E0D82C3BC}" dt="2026-05-10T20:06:44.730" v="110" actId="1076"/>
          <ac:picMkLst>
            <pc:docMk/>
            <pc:sldMk cId="1047020876" sldId="314"/>
            <ac:picMk id="10" creationId="{91E19009-D26B-01C0-B34B-53BDDE144AFB}"/>
          </ac:picMkLst>
        </pc:picChg>
      </pc:sldChg>
      <pc:sldChg chg="addSp delSp ord">
        <pc:chgData name="kalyanik@udel.edu" userId="S::urn:spo:guest#kalyanik@udel.edu::" providerId="AD" clId="Web-{3B390ACA-277E-CCE3-36AE-A85E0D82C3BC}" dt="2026-05-10T20:38:47.863" v="213"/>
        <pc:sldMkLst>
          <pc:docMk/>
          <pc:sldMk cId="131228033" sldId="315"/>
        </pc:sldMkLst>
        <pc:picChg chg="add">
          <ac:chgData name="kalyanik@udel.edu" userId="S::urn:spo:guest#kalyanik@udel.edu::" providerId="AD" clId="Web-{3B390ACA-277E-CCE3-36AE-A85E0D82C3BC}" dt="2026-05-10T20:12:40.297" v="129"/>
          <ac:picMkLst>
            <pc:docMk/>
            <pc:sldMk cId="131228033" sldId="315"/>
            <ac:picMk id="4" creationId="{C5E445AC-B909-3BD7-C7EF-69967AC8521E}"/>
          </ac:picMkLst>
        </pc:picChg>
        <pc:picChg chg="del">
          <ac:chgData name="kalyanik@udel.edu" userId="S::urn:spo:guest#kalyanik@udel.edu::" providerId="AD" clId="Web-{3B390ACA-277E-CCE3-36AE-A85E0D82C3BC}" dt="2026-05-10T20:12:29.890" v="128"/>
          <ac:picMkLst>
            <pc:docMk/>
            <pc:sldMk cId="131228033" sldId="315"/>
            <ac:picMk id="14" creationId="{52CE01EF-425F-300E-ECFC-C30E60A12BC8}"/>
          </ac:picMkLst>
        </pc:picChg>
      </pc:sldChg>
      <pc:sldChg chg="addSp delSp modSp ord">
        <pc:chgData name="kalyanik@udel.edu" userId="S::urn:spo:guest#kalyanik@udel.edu::" providerId="AD" clId="Web-{3B390ACA-277E-CCE3-36AE-A85E0D82C3BC}" dt="2026-05-10T20:38:47.863" v="212"/>
        <pc:sldMkLst>
          <pc:docMk/>
          <pc:sldMk cId="560476532" sldId="316"/>
        </pc:sldMkLst>
        <pc:picChg chg="add del mod">
          <ac:chgData name="kalyanik@udel.edu" userId="S::urn:spo:guest#kalyanik@udel.edu::" providerId="AD" clId="Web-{3B390ACA-277E-CCE3-36AE-A85E0D82C3BC}" dt="2026-05-10T20:10:18.836" v="117"/>
          <ac:picMkLst>
            <pc:docMk/>
            <pc:sldMk cId="560476532" sldId="316"/>
            <ac:picMk id="3" creationId="{5A850ACD-73A5-0550-E3C0-F09076B72CE7}"/>
          </ac:picMkLst>
        </pc:picChg>
        <pc:picChg chg="add del mod">
          <ac:chgData name="kalyanik@udel.edu" userId="S::urn:spo:guest#kalyanik@udel.edu::" providerId="AD" clId="Web-{3B390ACA-277E-CCE3-36AE-A85E0D82C3BC}" dt="2026-05-10T20:12:09.530" v="126"/>
          <ac:picMkLst>
            <pc:docMk/>
            <pc:sldMk cId="560476532" sldId="316"/>
            <ac:picMk id="5" creationId="{AF110E63-0E0A-F536-4793-E658F2400F8A}"/>
          </ac:picMkLst>
        </pc:picChg>
        <pc:picChg chg="del">
          <ac:chgData name="kalyanik@udel.edu" userId="S::urn:spo:guest#kalyanik@udel.edu::" providerId="AD" clId="Web-{3B390ACA-277E-CCE3-36AE-A85E0D82C3BC}" dt="2026-05-10T20:11:34.700" v="118"/>
          <ac:picMkLst>
            <pc:docMk/>
            <pc:sldMk cId="560476532" sldId="316"/>
            <ac:picMk id="6" creationId="{40D0EE11-944F-453F-79CE-DFAC66BFEFBF}"/>
          </ac:picMkLst>
        </pc:picChg>
        <pc:picChg chg="add mod modCrop">
          <ac:chgData name="kalyanik@udel.edu" userId="S::urn:spo:guest#kalyanik@udel.edu::" providerId="AD" clId="Web-{3B390ACA-277E-CCE3-36AE-A85E0D82C3BC}" dt="2026-05-10T20:12:17.343" v="127" actId="1076"/>
          <ac:picMkLst>
            <pc:docMk/>
            <pc:sldMk cId="560476532" sldId="316"/>
            <ac:picMk id="8" creationId="{2288BE59-853A-68A1-A074-67130A9F2F91}"/>
          </ac:picMkLst>
        </pc:picChg>
      </pc:sldChg>
      <pc:sldChg chg="addSp delSp modSp add ord replId">
        <pc:chgData name="kalyanik@udel.edu" userId="S::urn:spo:guest#kalyanik@udel.edu::" providerId="AD" clId="Web-{3B390ACA-277E-CCE3-36AE-A85E0D82C3BC}" dt="2026-05-10T20:42:16.835" v="310" actId="14100"/>
        <pc:sldMkLst>
          <pc:docMk/>
          <pc:sldMk cId="25914151" sldId="317"/>
        </pc:sldMkLst>
        <pc:spChg chg="mod">
          <ac:chgData name="kalyanik@udel.edu" userId="S::urn:spo:guest#kalyanik@udel.edu::" providerId="AD" clId="Web-{3B390ACA-277E-CCE3-36AE-A85E0D82C3BC}" dt="2026-05-10T20:39:11.520" v="225" actId="20577"/>
          <ac:spMkLst>
            <pc:docMk/>
            <pc:sldMk cId="25914151" sldId="317"/>
            <ac:spMk id="2" creationId="{78975D29-C2DD-1F89-FCD2-400CB0239925}"/>
          </ac:spMkLst>
        </pc:spChg>
        <pc:spChg chg="del mod">
          <ac:chgData name="kalyanik@udel.edu" userId="S::urn:spo:guest#kalyanik@udel.edu::" providerId="AD" clId="Web-{3B390ACA-277E-CCE3-36AE-A85E0D82C3BC}" dt="2026-05-10T20:21:51.061" v="131"/>
          <ac:spMkLst>
            <pc:docMk/>
            <pc:sldMk cId="25914151" sldId="317"/>
            <ac:spMk id="3" creationId="{A0D9F596-F03B-FD22-85C6-3B4F494650D7}"/>
          </ac:spMkLst>
        </pc:spChg>
        <pc:spChg chg="add mod">
          <ac:chgData name="kalyanik@udel.edu" userId="S::urn:spo:guest#kalyanik@udel.edu::" providerId="AD" clId="Web-{3B390ACA-277E-CCE3-36AE-A85E0D82C3BC}" dt="2026-05-10T20:42:16.835" v="310" actId="14100"/>
          <ac:spMkLst>
            <pc:docMk/>
            <pc:sldMk cId="25914151" sldId="317"/>
            <ac:spMk id="9" creationId="{6A0F6EE2-4C33-66E2-ACB2-C39E5E467D31}"/>
          </ac:spMkLst>
        </pc:spChg>
        <pc:graphicFrameChg chg="add del">
          <ac:chgData name="kalyanik@udel.edu" userId="S::urn:spo:guest#kalyanik@udel.edu::" providerId="AD" clId="Web-{3B390ACA-277E-CCE3-36AE-A85E0D82C3BC}" dt="2026-05-10T20:23:07.578" v="162"/>
          <ac:graphicFrameMkLst>
            <pc:docMk/>
            <pc:sldMk cId="25914151" sldId="317"/>
            <ac:graphicFrameMk id="5" creationId="{B50DF0EF-3237-46E5-D91C-2AD663DBA2C8}"/>
          </ac:graphicFrameMkLst>
        </pc:graphicFrameChg>
        <pc:graphicFrameChg chg="add del mod modGraphic">
          <ac:chgData name="kalyanik@udel.edu" userId="S::urn:spo:guest#kalyanik@udel.edu::" providerId="AD" clId="Web-{3B390ACA-277E-CCE3-36AE-A85E0D82C3BC}" dt="2026-05-10T20:32:28.402" v="184"/>
          <ac:graphicFrameMkLst>
            <pc:docMk/>
            <pc:sldMk cId="25914151" sldId="317"/>
            <ac:graphicFrameMk id="7" creationId="{837D67BB-CBE0-1C06-6D1F-972D6EEC7686}"/>
          </ac:graphicFrameMkLst>
        </pc:graphicFrameChg>
        <pc:picChg chg="add del mod">
          <ac:chgData name="kalyanik@udel.edu" userId="S::urn:spo:guest#kalyanik@udel.edu::" providerId="AD" clId="Web-{3B390ACA-277E-CCE3-36AE-A85E0D82C3BC}" dt="2026-05-10T20:30:48.649" v="164"/>
          <ac:picMkLst>
            <pc:docMk/>
            <pc:sldMk cId="25914151" sldId="317"/>
            <ac:picMk id="4" creationId="{DBE99BE2-3DD3-81B7-C091-7C318F82A705}"/>
          </ac:picMkLst>
        </pc:picChg>
        <pc:picChg chg="add mod">
          <ac:chgData name="kalyanik@udel.edu" userId="S::urn:spo:guest#kalyanik@udel.edu::" providerId="AD" clId="Web-{3B390ACA-277E-CCE3-36AE-A85E0D82C3BC}" dt="2026-05-10T20:40:13.099" v="263" actId="1076"/>
          <ac:picMkLst>
            <pc:docMk/>
            <pc:sldMk cId="25914151" sldId="317"/>
            <ac:picMk id="8" creationId="{D9F605DF-DC00-1A11-F0F0-137F88E98D19}"/>
          </ac:picMkLst>
        </pc:picChg>
      </pc:sldChg>
      <pc:sldChg chg="addSp delSp modSp new del">
        <pc:chgData name="kalyanik@udel.edu" userId="S::urn:spo:guest#kalyanik@udel.edu::" providerId="AD" clId="Web-{3B390ACA-277E-CCE3-36AE-A85E0D82C3BC}" dt="2026-05-10T20:42:35.837" v="311"/>
        <pc:sldMkLst>
          <pc:docMk/>
          <pc:sldMk cId="2380614188" sldId="318"/>
        </pc:sldMkLst>
        <pc:spChg chg="mod">
          <ac:chgData name="kalyanik@udel.edu" userId="S::urn:spo:guest#kalyanik@udel.edu::" providerId="AD" clId="Web-{3B390ACA-277E-CCE3-36AE-A85E0D82C3BC}" dt="2026-05-10T20:00:38.552" v="103" actId="20577"/>
          <ac:spMkLst>
            <pc:docMk/>
            <pc:sldMk cId="2380614188" sldId="318"/>
            <ac:spMk id="2" creationId="{1ACB11AE-6D57-9EF8-2380-BEDB092D1ACE}"/>
          </ac:spMkLst>
        </pc:spChg>
        <pc:spChg chg="del">
          <ac:chgData name="kalyanik@udel.edu" userId="S::urn:spo:guest#kalyanik@udel.edu::" providerId="AD" clId="Web-{3B390ACA-277E-CCE3-36AE-A85E0D82C3BC}" dt="2026-05-10T20:00:41.411" v="104"/>
          <ac:spMkLst>
            <pc:docMk/>
            <pc:sldMk cId="2380614188" sldId="318"/>
            <ac:spMk id="3" creationId="{94DF8B0A-7BA1-03CD-3D5B-00EA0794634E}"/>
          </ac:spMkLst>
        </pc:spChg>
        <pc:picChg chg="add mod">
          <ac:chgData name="kalyanik@udel.edu" userId="S::urn:spo:guest#kalyanik@udel.edu::" providerId="AD" clId="Web-{3B390ACA-277E-CCE3-36AE-A85E0D82C3BC}" dt="2026-05-10T20:01:01.756" v="105"/>
          <ac:picMkLst>
            <pc:docMk/>
            <pc:sldMk cId="2380614188" sldId="318"/>
            <ac:picMk id="4" creationId="{90A0A3EA-2AB2-DB5C-4BAE-8EB11F95B48D}"/>
          </ac:picMkLst>
        </pc:picChg>
      </pc:sldChg>
      <pc:sldChg chg="addSp delSp modSp new">
        <pc:chgData name="kalyanik@udel.edu" userId="S::urn:spo:guest#kalyanik@udel.edu::" providerId="AD" clId="Web-{3B390ACA-277E-CCE3-36AE-A85E0D82C3BC}" dt="2026-05-10T20:39:01.770" v="214" actId="1076"/>
        <pc:sldMkLst>
          <pc:docMk/>
          <pc:sldMk cId="1709283561" sldId="319"/>
        </pc:sldMkLst>
        <pc:spChg chg="mod">
          <ac:chgData name="kalyanik@udel.edu" userId="S::urn:spo:guest#kalyanik@udel.edu::" providerId="AD" clId="Web-{3B390ACA-277E-CCE3-36AE-A85E0D82C3BC}" dt="2026-05-10T20:37:56.597" v="211" actId="1076"/>
          <ac:spMkLst>
            <pc:docMk/>
            <pc:sldMk cId="1709283561" sldId="319"/>
            <ac:spMk id="2" creationId="{6F0DF265-5D2A-5050-7335-7D15EF370096}"/>
          </ac:spMkLst>
        </pc:spChg>
        <pc:spChg chg="del">
          <ac:chgData name="kalyanik@udel.edu" userId="S::urn:spo:guest#kalyanik@udel.edu::" providerId="AD" clId="Web-{3B390ACA-277E-CCE3-36AE-A85E0D82C3BC}" dt="2026-05-10T20:33:51.951" v="190"/>
          <ac:spMkLst>
            <pc:docMk/>
            <pc:sldMk cId="1709283561" sldId="319"/>
            <ac:spMk id="3" creationId="{4D7F47CE-D529-92E3-7442-FD89DDD22491}"/>
          </ac:spMkLst>
        </pc:spChg>
        <pc:picChg chg="add mod">
          <ac:chgData name="kalyanik@udel.edu" userId="S::urn:spo:guest#kalyanik@udel.edu::" providerId="AD" clId="Web-{3B390ACA-277E-CCE3-36AE-A85E0D82C3BC}" dt="2026-05-10T20:39:01.770" v="214" actId="1076"/>
          <ac:picMkLst>
            <pc:docMk/>
            <pc:sldMk cId="1709283561" sldId="319"/>
            <ac:picMk id="4" creationId="{30D1BD14-A258-C1D1-A672-A99C1F7974AF}"/>
          </ac:picMkLst>
        </pc:picChg>
      </pc:sldChg>
      <pc:sldChg chg="addSp delSp modSp new">
        <pc:chgData name="kalyanik@udel.edu" userId="S::urn:spo:guest#kalyanik@udel.edu::" providerId="AD" clId="Web-{3B390ACA-277E-CCE3-36AE-A85E0D82C3BC}" dt="2026-05-10T20:34:28.827" v="197"/>
        <pc:sldMkLst>
          <pc:docMk/>
          <pc:sldMk cId="1735183621" sldId="320"/>
        </pc:sldMkLst>
        <pc:spChg chg="del">
          <ac:chgData name="kalyanik@udel.edu" userId="S::urn:spo:guest#kalyanik@udel.edu::" providerId="AD" clId="Web-{3B390ACA-277E-CCE3-36AE-A85E0D82C3BC}" dt="2026-05-10T20:34:24.593" v="196"/>
          <ac:spMkLst>
            <pc:docMk/>
            <pc:sldMk cId="1735183621" sldId="320"/>
            <ac:spMk id="3" creationId="{D265BACD-24FC-4EC3-430B-F71FFA9D9D1E}"/>
          </ac:spMkLst>
        </pc:spChg>
        <pc:picChg chg="add mod">
          <ac:chgData name="kalyanik@udel.edu" userId="S::urn:spo:guest#kalyanik@udel.edu::" providerId="AD" clId="Web-{3B390ACA-277E-CCE3-36AE-A85E0D82C3BC}" dt="2026-05-10T20:34:28.827" v="197"/>
          <ac:picMkLst>
            <pc:docMk/>
            <pc:sldMk cId="1735183621" sldId="320"/>
            <ac:picMk id="4" creationId="{7FA9128D-3BDE-8B57-699D-D239BC89FAC4}"/>
          </ac:picMkLst>
        </pc:picChg>
      </pc:sldChg>
      <pc:sldChg chg="addSp delSp modSp new">
        <pc:chgData name="kalyanik@udel.edu" userId="S::urn:spo:guest#kalyanik@udel.edu::" providerId="AD" clId="Web-{3B390ACA-277E-CCE3-36AE-A85E0D82C3BC}" dt="2026-05-10T20:35:55.657" v="210" actId="1076"/>
        <pc:sldMkLst>
          <pc:docMk/>
          <pc:sldMk cId="613239892" sldId="321"/>
        </pc:sldMkLst>
        <pc:spChg chg="del">
          <ac:chgData name="kalyanik@udel.edu" userId="S::urn:spo:guest#kalyanik@udel.edu::" providerId="AD" clId="Web-{3B390ACA-277E-CCE3-36AE-A85E0D82C3BC}" dt="2026-05-10T20:35:22.016" v="200"/>
          <ac:spMkLst>
            <pc:docMk/>
            <pc:sldMk cId="613239892" sldId="321"/>
            <ac:spMk id="2" creationId="{173A0F9D-4C11-7C31-DD82-F87E20D9512E}"/>
          </ac:spMkLst>
        </pc:spChg>
        <pc:spChg chg="del">
          <ac:chgData name="kalyanik@udel.edu" userId="S::urn:spo:guest#kalyanik@udel.edu::" providerId="AD" clId="Web-{3B390ACA-277E-CCE3-36AE-A85E0D82C3BC}" dt="2026-05-10T20:35:22.016" v="199"/>
          <ac:spMkLst>
            <pc:docMk/>
            <pc:sldMk cId="613239892" sldId="321"/>
            <ac:spMk id="3" creationId="{C357C1E3-E21D-A822-2B7E-896A32E097C7}"/>
          </ac:spMkLst>
        </pc:spChg>
        <pc:picChg chg="add mod">
          <ac:chgData name="kalyanik@udel.edu" userId="S::urn:spo:guest#kalyanik@udel.edu::" providerId="AD" clId="Web-{3B390ACA-277E-CCE3-36AE-A85E0D82C3BC}" dt="2026-05-10T20:35:52.345" v="209" actId="1076"/>
          <ac:picMkLst>
            <pc:docMk/>
            <pc:sldMk cId="613239892" sldId="321"/>
            <ac:picMk id="4" creationId="{33446379-9A12-D5BE-1C17-3BDC494D59B8}"/>
          </ac:picMkLst>
        </pc:picChg>
        <pc:picChg chg="add mod">
          <ac:chgData name="kalyanik@udel.edu" userId="S::urn:spo:guest#kalyanik@udel.edu::" providerId="AD" clId="Web-{3B390ACA-277E-CCE3-36AE-A85E0D82C3BC}" dt="2026-05-10T20:35:55.657" v="210" actId="1076"/>
          <ac:picMkLst>
            <pc:docMk/>
            <pc:sldMk cId="613239892" sldId="321"/>
            <ac:picMk id="5" creationId="{99941C0D-0B5C-0C0B-45F1-8017F0AA8FBA}"/>
          </ac:picMkLst>
        </pc:picChg>
      </pc:sldChg>
    </pc:docChg>
  </pc:docChgLst>
  <pc:docChgLst>
    <pc:chgData name="dtrott@udel.edu" userId="S::urn:spo:guest#dtrott@udel.edu::" providerId="AD" clId="Web-{06DD7244-B193-3BF6-A3B2-F7C80C156A39}"/>
    <pc:docChg chg="addSld delSld modSld sldOrd">
      <pc:chgData name="dtrott@udel.edu" userId="S::urn:spo:guest#dtrott@udel.edu::" providerId="AD" clId="Web-{06DD7244-B193-3BF6-A3B2-F7C80C156A39}" dt="2026-05-11T00:29:50.846" v="1233" actId="1076"/>
      <pc:docMkLst>
        <pc:docMk/>
      </pc:docMkLst>
      <pc:sldChg chg="modSp">
        <pc:chgData name="dtrott@udel.edu" userId="S::urn:spo:guest#dtrott@udel.edu::" providerId="AD" clId="Web-{06DD7244-B193-3BF6-A3B2-F7C80C156A39}" dt="2026-05-11T00:22:14.968" v="1218" actId="1076"/>
        <pc:sldMkLst>
          <pc:docMk/>
          <pc:sldMk cId="1681159839" sldId="280"/>
        </pc:sldMkLst>
        <pc:spChg chg="mod">
          <ac:chgData name="dtrott@udel.edu" userId="S::urn:spo:guest#dtrott@udel.edu::" providerId="AD" clId="Web-{06DD7244-B193-3BF6-A3B2-F7C80C156A39}" dt="2026-05-11T00:22:14.968" v="1218" actId="1076"/>
          <ac:spMkLst>
            <pc:docMk/>
            <pc:sldMk cId="1681159839" sldId="280"/>
            <ac:spMk id="14" creationId="{12A72292-CCD7-F8A1-ECB0-2826962FC786}"/>
          </ac:spMkLst>
        </pc:spChg>
        <pc:spChg chg="mod">
          <ac:chgData name="dtrott@udel.edu" userId="S::urn:spo:guest#dtrott@udel.edu::" providerId="AD" clId="Web-{06DD7244-B193-3BF6-A3B2-F7C80C156A39}" dt="2026-05-11T00:22:14.953" v="1217" actId="1076"/>
          <ac:spMkLst>
            <pc:docMk/>
            <pc:sldMk cId="1681159839" sldId="280"/>
            <ac:spMk id="16" creationId="{6CCB0C55-A8B9-831B-5C2D-B2F31B500B0F}"/>
          </ac:spMkLst>
        </pc:spChg>
      </pc:sldChg>
      <pc:sldChg chg="addSp modSp">
        <pc:chgData name="dtrott@udel.edu" userId="S::urn:spo:guest#dtrott@udel.edu::" providerId="AD" clId="Web-{06DD7244-B193-3BF6-A3B2-F7C80C156A39}" dt="2026-05-11T00:20:23.035" v="1215" actId="14100"/>
        <pc:sldMkLst>
          <pc:docMk/>
          <pc:sldMk cId="710740252" sldId="294"/>
        </pc:sldMkLst>
        <pc:spChg chg="mod">
          <ac:chgData name="dtrott@udel.edu" userId="S::urn:spo:guest#dtrott@udel.edu::" providerId="AD" clId="Web-{06DD7244-B193-3BF6-A3B2-F7C80C156A39}" dt="2026-05-11T00:20:19.785" v="1214" actId="14100"/>
          <ac:spMkLst>
            <pc:docMk/>
            <pc:sldMk cId="710740252" sldId="294"/>
            <ac:spMk id="3" creationId="{EB51DEC7-0ADC-1D6F-4C65-98AD659188FC}"/>
          </ac:spMkLst>
        </pc:spChg>
        <pc:spChg chg="add mod">
          <ac:chgData name="dtrott@udel.edu" userId="S::urn:spo:guest#dtrott@udel.edu::" providerId="AD" clId="Web-{06DD7244-B193-3BF6-A3B2-F7C80C156A39}" dt="2026-05-11T00:20:23.035" v="1215" actId="14100"/>
          <ac:spMkLst>
            <pc:docMk/>
            <pc:sldMk cId="710740252" sldId="294"/>
            <ac:spMk id="4" creationId="{FC4B424B-0A6C-398E-F06C-186194A15187}"/>
          </ac:spMkLst>
        </pc:spChg>
      </pc:sldChg>
      <pc:sldChg chg="addSp modSp">
        <pc:chgData name="dtrott@udel.edu" userId="S::urn:spo:guest#dtrott@udel.edu::" providerId="AD" clId="Web-{06DD7244-B193-3BF6-A3B2-F7C80C156A39}" dt="2026-05-11T00:29:50.846" v="1233" actId="1076"/>
        <pc:sldMkLst>
          <pc:docMk/>
          <pc:sldMk cId="3554162995" sldId="305"/>
        </pc:sldMkLst>
        <pc:spChg chg="add mod">
          <ac:chgData name="dtrott@udel.edu" userId="S::urn:spo:guest#dtrott@udel.edu::" providerId="AD" clId="Web-{06DD7244-B193-3BF6-A3B2-F7C80C156A39}" dt="2026-05-11T00:29:50.846" v="1233" actId="1076"/>
          <ac:spMkLst>
            <pc:docMk/>
            <pc:sldMk cId="3554162995" sldId="305"/>
            <ac:spMk id="4" creationId="{8A5CF4B1-8D35-8F7E-82C4-F91A26900EE5}"/>
          </ac:spMkLst>
        </pc:spChg>
      </pc:sldChg>
      <pc:sldChg chg="modSp del">
        <pc:chgData name="dtrott@udel.edu" userId="S::urn:spo:guest#dtrott@udel.edu::" providerId="AD" clId="Web-{06DD7244-B193-3BF6-A3B2-F7C80C156A39}" dt="2026-05-10T23:21:54.672" v="75"/>
        <pc:sldMkLst>
          <pc:docMk/>
          <pc:sldMk cId="2038504589" sldId="307"/>
        </pc:sldMkLst>
        <pc:picChg chg="mod">
          <ac:chgData name="dtrott@udel.edu" userId="S::urn:spo:guest#dtrott@udel.edu::" providerId="AD" clId="Web-{06DD7244-B193-3BF6-A3B2-F7C80C156A39}" dt="2026-05-10T23:21:04.665" v="74" actId="1076"/>
          <ac:picMkLst>
            <pc:docMk/>
            <pc:sldMk cId="2038504589" sldId="307"/>
            <ac:picMk id="3" creationId="{7CB91FB4-FA2F-6CF4-1CBF-8382E0B298A9}"/>
          </ac:picMkLst>
        </pc:picChg>
        <pc:picChg chg="mod">
          <ac:chgData name="dtrott@udel.edu" userId="S::urn:spo:guest#dtrott@udel.edu::" providerId="AD" clId="Web-{06DD7244-B193-3BF6-A3B2-F7C80C156A39}" dt="2026-05-10T23:21:04.665" v="73" actId="1076"/>
          <ac:picMkLst>
            <pc:docMk/>
            <pc:sldMk cId="2038504589" sldId="307"/>
            <ac:picMk id="4" creationId="{F99D0DAB-B64F-3167-0020-A91481421155}"/>
          </ac:picMkLst>
        </pc:picChg>
      </pc:sldChg>
      <pc:sldChg chg="modSp">
        <pc:chgData name="dtrott@udel.edu" userId="S::urn:spo:guest#dtrott@udel.edu::" providerId="AD" clId="Web-{06DD7244-B193-3BF6-A3B2-F7C80C156A39}" dt="2026-05-11T00:02:45.032" v="263" actId="20577"/>
        <pc:sldMkLst>
          <pc:docMk/>
          <pc:sldMk cId="4092930844" sldId="310"/>
        </pc:sldMkLst>
        <pc:spChg chg="mod">
          <ac:chgData name="dtrott@udel.edu" userId="S::urn:spo:guest#dtrott@udel.edu::" providerId="AD" clId="Web-{06DD7244-B193-3BF6-A3B2-F7C80C156A39}" dt="2026-05-11T00:02:45.032" v="263" actId="20577"/>
          <ac:spMkLst>
            <pc:docMk/>
            <pc:sldMk cId="4092930844" sldId="310"/>
            <ac:spMk id="3" creationId="{18218BC4-04EB-9E4C-FE1E-5F7360CE1C78}"/>
          </ac:spMkLst>
        </pc:spChg>
      </pc:sldChg>
      <pc:sldChg chg="modSp">
        <pc:chgData name="dtrott@udel.edu" userId="S::urn:spo:guest#dtrott@udel.edu::" providerId="AD" clId="Web-{06DD7244-B193-3BF6-A3B2-F7C80C156A39}" dt="2026-05-10T23:20:47.022" v="72" actId="20577"/>
        <pc:sldMkLst>
          <pc:docMk/>
          <pc:sldMk cId="170117961" sldId="311"/>
        </pc:sldMkLst>
        <pc:spChg chg="mod">
          <ac:chgData name="dtrott@udel.edu" userId="S::urn:spo:guest#dtrott@udel.edu::" providerId="AD" clId="Web-{06DD7244-B193-3BF6-A3B2-F7C80C156A39}" dt="2026-05-10T23:20:41.334" v="65" actId="20577"/>
          <ac:spMkLst>
            <pc:docMk/>
            <pc:sldMk cId="170117961" sldId="311"/>
            <ac:spMk id="2" creationId="{1DD375E9-2CE9-237B-D257-10269ED634E2}"/>
          </ac:spMkLst>
        </pc:spChg>
        <pc:spChg chg="mod">
          <ac:chgData name="dtrott@udel.edu" userId="S::urn:spo:guest#dtrott@udel.edu::" providerId="AD" clId="Web-{06DD7244-B193-3BF6-A3B2-F7C80C156A39}" dt="2026-05-10T23:20:47.022" v="72" actId="20577"/>
          <ac:spMkLst>
            <pc:docMk/>
            <pc:sldMk cId="170117961" sldId="311"/>
            <ac:spMk id="3" creationId="{50B005B1-59F3-FBDC-1638-AABFB57631F2}"/>
          </ac:spMkLst>
        </pc:spChg>
      </pc:sldChg>
      <pc:sldChg chg="addSp modSp">
        <pc:chgData name="dtrott@udel.edu" userId="S::urn:spo:guest#dtrott@udel.edu::" providerId="AD" clId="Web-{06DD7244-B193-3BF6-A3B2-F7C80C156A39}" dt="2026-05-11T00:14:00.600" v="793" actId="14100"/>
        <pc:sldMkLst>
          <pc:docMk/>
          <pc:sldMk cId="4045715461" sldId="312"/>
        </pc:sldMkLst>
        <pc:spChg chg="mod">
          <ac:chgData name="dtrott@udel.edu" userId="S::urn:spo:guest#dtrott@udel.edu::" providerId="AD" clId="Web-{06DD7244-B193-3BF6-A3B2-F7C80C156A39}" dt="2026-05-11T00:05:29.532" v="355" actId="20577"/>
          <ac:spMkLst>
            <pc:docMk/>
            <pc:sldMk cId="4045715461" sldId="312"/>
            <ac:spMk id="2" creationId="{36A02003-1E96-E45E-D9EB-8948785ADD92}"/>
          </ac:spMkLst>
        </pc:spChg>
        <pc:spChg chg="add mod">
          <ac:chgData name="dtrott@udel.edu" userId="S::urn:spo:guest#dtrott@udel.edu::" providerId="AD" clId="Web-{06DD7244-B193-3BF6-A3B2-F7C80C156A39}" dt="2026-05-11T00:14:00.600" v="793" actId="14100"/>
          <ac:spMkLst>
            <pc:docMk/>
            <pc:sldMk cId="4045715461" sldId="312"/>
            <ac:spMk id="3" creationId="{46C0AC2A-01B4-FFA9-E36C-335FE9A3B0CD}"/>
          </ac:spMkLst>
        </pc:spChg>
        <pc:picChg chg="mod">
          <ac:chgData name="dtrott@udel.edu" userId="S::urn:spo:guest#dtrott@udel.edu::" providerId="AD" clId="Web-{06DD7244-B193-3BF6-A3B2-F7C80C156A39}" dt="2026-05-11T00:12:41.080" v="741" actId="1076"/>
          <ac:picMkLst>
            <pc:docMk/>
            <pc:sldMk cId="4045715461" sldId="312"/>
            <ac:picMk id="4" creationId="{14276536-014D-6772-277B-1ADAC55BD8EA}"/>
          </ac:picMkLst>
        </pc:picChg>
        <pc:picChg chg="mod">
          <ac:chgData name="dtrott@udel.edu" userId="S::urn:spo:guest#dtrott@udel.edu::" providerId="AD" clId="Web-{06DD7244-B193-3BF6-A3B2-F7C80C156A39}" dt="2026-05-11T00:12:41.643" v="742" actId="1076"/>
          <ac:picMkLst>
            <pc:docMk/>
            <pc:sldMk cId="4045715461" sldId="312"/>
            <ac:picMk id="6" creationId="{2E007EE8-48AE-963D-F101-5FAD34DBD2CA}"/>
          </ac:picMkLst>
        </pc:picChg>
      </pc:sldChg>
      <pc:sldChg chg="addSp modSp ord">
        <pc:chgData name="dtrott@udel.edu" userId="S::urn:spo:guest#dtrott@udel.edu::" providerId="AD" clId="Web-{06DD7244-B193-3BF6-A3B2-F7C80C156A39}" dt="2026-05-11T00:10:05.351" v="623" actId="20577"/>
        <pc:sldMkLst>
          <pc:docMk/>
          <pc:sldMk cId="3814508593" sldId="313"/>
        </pc:sldMkLst>
        <pc:spChg chg="mod">
          <ac:chgData name="dtrott@udel.edu" userId="S::urn:spo:guest#dtrott@udel.edu::" providerId="AD" clId="Web-{06DD7244-B193-3BF6-A3B2-F7C80C156A39}" dt="2026-05-11T00:04:19.535" v="310" actId="20577"/>
          <ac:spMkLst>
            <pc:docMk/>
            <pc:sldMk cId="3814508593" sldId="313"/>
            <ac:spMk id="2" creationId="{AA3F11F0-FB81-5B16-DA3F-664EEC611113}"/>
          </ac:spMkLst>
        </pc:spChg>
        <pc:spChg chg="mod">
          <ac:chgData name="dtrott@udel.edu" userId="S::urn:spo:guest#dtrott@udel.edu::" providerId="AD" clId="Web-{06DD7244-B193-3BF6-A3B2-F7C80C156A39}" dt="2026-05-11T00:09:20.297" v="576" actId="1076"/>
          <ac:spMkLst>
            <pc:docMk/>
            <pc:sldMk cId="3814508593" sldId="313"/>
            <ac:spMk id="3" creationId="{4FA894E6-E993-505F-E3C9-9F8D6D3F0C5B}"/>
          </ac:spMkLst>
        </pc:spChg>
        <pc:spChg chg="add mod">
          <ac:chgData name="dtrott@udel.edu" userId="S::urn:spo:guest#dtrott@udel.edu::" providerId="AD" clId="Web-{06DD7244-B193-3BF6-A3B2-F7C80C156A39}" dt="2026-05-11T00:09:20.297" v="578" actId="1076"/>
          <ac:spMkLst>
            <pc:docMk/>
            <pc:sldMk cId="3814508593" sldId="313"/>
            <ac:spMk id="6" creationId="{194BDDF3-E639-7155-227B-142F2157AA5D}"/>
          </ac:spMkLst>
        </pc:spChg>
        <pc:spChg chg="add mod">
          <ac:chgData name="dtrott@udel.edu" userId="S::urn:spo:guest#dtrott@udel.edu::" providerId="AD" clId="Web-{06DD7244-B193-3BF6-A3B2-F7C80C156A39}" dt="2026-05-11T00:10:05.351" v="623" actId="20577"/>
          <ac:spMkLst>
            <pc:docMk/>
            <pc:sldMk cId="3814508593" sldId="313"/>
            <ac:spMk id="7" creationId="{5A4A512D-6A57-B87D-7ABB-EB0EFA30A751}"/>
          </ac:spMkLst>
        </pc:spChg>
        <pc:picChg chg="mod">
          <ac:chgData name="dtrott@udel.edu" userId="S::urn:spo:guest#dtrott@udel.edu::" providerId="AD" clId="Web-{06DD7244-B193-3BF6-A3B2-F7C80C156A39}" dt="2026-05-11T00:09:20.281" v="575" actId="1076"/>
          <ac:picMkLst>
            <pc:docMk/>
            <pc:sldMk cId="3814508593" sldId="313"/>
            <ac:picMk id="4" creationId="{BF1ADC06-9334-7FFE-B618-59A42900B79D}"/>
          </ac:picMkLst>
        </pc:picChg>
        <pc:picChg chg="mod">
          <ac:chgData name="dtrott@udel.edu" userId="S::urn:spo:guest#dtrott@udel.edu::" providerId="AD" clId="Web-{06DD7244-B193-3BF6-A3B2-F7C80C156A39}" dt="2026-05-11T00:09:20.297" v="577" actId="1076"/>
          <ac:picMkLst>
            <pc:docMk/>
            <pc:sldMk cId="3814508593" sldId="313"/>
            <ac:picMk id="5" creationId="{A8FA2FEF-50A9-BE18-DA89-B94E28BC504F}"/>
          </ac:picMkLst>
        </pc:picChg>
      </pc:sldChg>
      <pc:sldChg chg="modSp ord">
        <pc:chgData name="dtrott@udel.edu" userId="S::urn:spo:guest#dtrott@udel.edu::" providerId="AD" clId="Web-{06DD7244-B193-3BF6-A3B2-F7C80C156A39}" dt="2026-05-11T00:13:27.661" v="775" actId="1076"/>
        <pc:sldMkLst>
          <pc:docMk/>
          <pc:sldMk cId="1047020876" sldId="314"/>
        </pc:sldMkLst>
        <pc:spChg chg="mod">
          <ac:chgData name="dtrott@udel.edu" userId="S::urn:spo:guest#dtrott@udel.edu::" providerId="AD" clId="Web-{06DD7244-B193-3BF6-A3B2-F7C80C156A39}" dt="2026-05-11T00:04:38.038" v="347" actId="20577"/>
          <ac:spMkLst>
            <pc:docMk/>
            <pc:sldMk cId="1047020876" sldId="314"/>
            <ac:spMk id="2" creationId="{82737750-BF99-7DC6-D968-EF361AE801E7}"/>
          </ac:spMkLst>
        </pc:spChg>
        <pc:spChg chg="mod">
          <ac:chgData name="dtrott@udel.edu" userId="S::urn:spo:guest#dtrott@udel.edu::" providerId="AD" clId="Web-{06DD7244-B193-3BF6-A3B2-F7C80C156A39}" dt="2026-05-11T00:13:27.661" v="773" actId="1076"/>
          <ac:spMkLst>
            <pc:docMk/>
            <pc:sldMk cId="1047020876" sldId="314"/>
            <ac:spMk id="6" creationId="{36155D61-4A53-2701-DC39-92AFAA1FF4C9}"/>
          </ac:spMkLst>
        </pc:spChg>
        <pc:spChg chg="mod">
          <ac:chgData name="dtrott@udel.edu" userId="S::urn:spo:guest#dtrott@udel.edu::" providerId="AD" clId="Web-{06DD7244-B193-3BF6-A3B2-F7C80C156A39}" dt="2026-05-11T00:13:27.661" v="774" actId="1076"/>
          <ac:spMkLst>
            <pc:docMk/>
            <pc:sldMk cId="1047020876" sldId="314"/>
            <ac:spMk id="8" creationId="{549021E1-13BD-A89E-BBAD-9768653A2B4D}"/>
          </ac:spMkLst>
        </pc:spChg>
        <pc:spChg chg="mod">
          <ac:chgData name="dtrott@udel.edu" userId="S::urn:spo:guest#dtrott@udel.edu::" providerId="AD" clId="Web-{06DD7244-B193-3BF6-A3B2-F7C80C156A39}" dt="2026-05-11T00:13:27.661" v="775" actId="1076"/>
          <ac:spMkLst>
            <pc:docMk/>
            <pc:sldMk cId="1047020876" sldId="314"/>
            <ac:spMk id="12" creationId="{8FED1EE8-85BC-F31B-1C50-3D1FBEBC51CD}"/>
          </ac:spMkLst>
        </pc:spChg>
        <pc:picChg chg="mod">
          <ac:chgData name="dtrott@udel.edu" userId="S::urn:spo:guest#dtrott@udel.edu::" providerId="AD" clId="Web-{06DD7244-B193-3BF6-A3B2-F7C80C156A39}" dt="2026-05-11T00:05:35.955" v="356" actId="1076"/>
          <ac:picMkLst>
            <pc:docMk/>
            <pc:sldMk cId="1047020876" sldId="314"/>
            <ac:picMk id="3" creationId="{543DF4AF-F9D1-9291-2B8C-DE5B36F834BC}"/>
          </ac:picMkLst>
        </pc:picChg>
        <pc:picChg chg="mod">
          <ac:chgData name="dtrott@udel.edu" userId="S::urn:spo:guest#dtrott@udel.edu::" providerId="AD" clId="Web-{06DD7244-B193-3BF6-A3B2-F7C80C156A39}" dt="2026-05-11T00:05:35.955" v="357" actId="1076"/>
          <ac:picMkLst>
            <pc:docMk/>
            <pc:sldMk cId="1047020876" sldId="314"/>
            <ac:picMk id="4" creationId="{BEABA8AE-53F6-2610-D6C3-C015FA1B2B4F}"/>
          </ac:picMkLst>
        </pc:picChg>
        <pc:picChg chg="mod">
          <ac:chgData name="dtrott@udel.edu" userId="S::urn:spo:guest#dtrott@udel.edu::" providerId="AD" clId="Web-{06DD7244-B193-3BF6-A3B2-F7C80C156A39}" dt="2026-05-11T00:05:35.955" v="358" actId="1076"/>
          <ac:picMkLst>
            <pc:docMk/>
            <pc:sldMk cId="1047020876" sldId="314"/>
            <ac:picMk id="10" creationId="{91E19009-D26B-01C0-B34B-53BDDE144AFB}"/>
          </ac:picMkLst>
        </pc:picChg>
      </pc:sldChg>
      <pc:sldChg chg="modSp">
        <pc:chgData name="dtrott@udel.edu" userId="S::urn:spo:guest#dtrott@udel.edu::" providerId="AD" clId="Web-{06DD7244-B193-3BF6-A3B2-F7C80C156A39}" dt="2026-05-10T23:22:26.567" v="83" actId="1076"/>
        <pc:sldMkLst>
          <pc:docMk/>
          <pc:sldMk cId="131228033" sldId="315"/>
        </pc:sldMkLst>
        <pc:spChg chg="mod">
          <ac:chgData name="dtrott@udel.edu" userId="S::urn:spo:guest#dtrott@udel.edu::" providerId="AD" clId="Web-{06DD7244-B193-3BF6-A3B2-F7C80C156A39}" dt="2026-05-10T23:22:26.551" v="80" actId="1076"/>
          <ac:spMkLst>
            <pc:docMk/>
            <pc:sldMk cId="131228033" sldId="315"/>
            <ac:spMk id="10" creationId="{604DC4B6-4E08-F1E0-1505-DEAA0DADDC7C}"/>
          </ac:spMkLst>
        </pc:spChg>
        <pc:spChg chg="mod">
          <ac:chgData name="dtrott@udel.edu" userId="S::urn:spo:guest#dtrott@udel.edu::" providerId="AD" clId="Web-{06DD7244-B193-3BF6-A3B2-F7C80C156A39}" dt="2026-05-10T23:22:26.567" v="81" actId="1076"/>
          <ac:spMkLst>
            <pc:docMk/>
            <pc:sldMk cId="131228033" sldId="315"/>
            <ac:spMk id="11" creationId="{F32B3965-611E-B578-BFD6-49748FC3F313}"/>
          </ac:spMkLst>
        </pc:spChg>
        <pc:spChg chg="mod">
          <ac:chgData name="dtrott@udel.edu" userId="S::urn:spo:guest#dtrott@udel.edu::" providerId="AD" clId="Web-{06DD7244-B193-3BF6-A3B2-F7C80C156A39}" dt="2026-05-10T23:22:26.567" v="82" actId="1076"/>
          <ac:spMkLst>
            <pc:docMk/>
            <pc:sldMk cId="131228033" sldId="315"/>
            <ac:spMk id="12" creationId="{F803ED49-8444-1511-DD76-2B382F3473F8}"/>
          </ac:spMkLst>
        </pc:spChg>
        <pc:spChg chg="mod">
          <ac:chgData name="dtrott@udel.edu" userId="S::urn:spo:guest#dtrott@udel.edu::" providerId="AD" clId="Web-{06DD7244-B193-3BF6-A3B2-F7C80C156A39}" dt="2026-05-10T23:22:26.567" v="83" actId="1076"/>
          <ac:spMkLst>
            <pc:docMk/>
            <pc:sldMk cId="131228033" sldId="315"/>
            <ac:spMk id="13" creationId="{477AF6E9-BD0D-3CEF-5ADE-DA1C859F89F4}"/>
          </ac:spMkLst>
        </pc:spChg>
        <pc:picChg chg="mod">
          <ac:chgData name="dtrott@udel.edu" userId="S::urn:spo:guest#dtrott@udel.edu::" providerId="AD" clId="Web-{06DD7244-B193-3BF6-A3B2-F7C80C156A39}" dt="2026-05-10T23:22:26.535" v="76" actId="1076"/>
          <ac:picMkLst>
            <pc:docMk/>
            <pc:sldMk cId="131228033" sldId="315"/>
            <ac:picMk id="6" creationId="{5341103F-2EE8-986A-2509-0E2AB8846F9B}"/>
          </ac:picMkLst>
        </pc:picChg>
        <pc:picChg chg="mod">
          <ac:chgData name="dtrott@udel.edu" userId="S::urn:spo:guest#dtrott@udel.edu::" providerId="AD" clId="Web-{06DD7244-B193-3BF6-A3B2-F7C80C156A39}" dt="2026-05-10T23:22:26.551" v="77" actId="1076"/>
          <ac:picMkLst>
            <pc:docMk/>
            <pc:sldMk cId="131228033" sldId="315"/>
            <ac:picMk id="7" creationId="{A476CDDD-8A88-23BC-A465-5DD5DC4CC6E3}"/>
          </ac:picMkLst>
        </pc:picChg>
        <pc:picChg chg="mod">
          <ac:chgData name="dtrott@udel.edu" userId="S::urn:spo:guest#dtrott@udel.edu::" providerId="AD" clId="Web-{06DD7244-B193-3BF6-A3B2-F7C80C156A39}" dt="2026-05-10T23:22:26.551" v="78" actId="1076"/>
          <ac:picMkLst>
            <pc:docMk/>
            <pc:sldMk cId="131228033" sldId="315"/>
            <ac:picMk id="8" creationId="{9948A03F-6F37-002A-E713-F4C2118ED13E}"/>
          </ac:picMkLst>
        </pc:picChg>
        <pc:picChg chg="mod">
          <ac:chgData name="dtrott@udel.edu" userId="S::urn:spo:guest#dtrott@udel.edu::" providerId="AD" clId="Web-{06DD7244-B193-3BF6-A3B2-F7C80C156A39}" dt="2026-05-10T23:22:26.551" v="79" actId="1076"/>
          <ac:picMkLst>
            <pc:docMk/>
            <pc:sldMk cId="131228033" sldId="315"/>
            <ac:picMk id="9" creationId="{AF647411-1C48-4907-C300-74240205723A}"/>
          </ac:picMkLst>
        </pc:picChg>
      </pc:sldChg>
      <pc:sldChg chg="modSp">
        <pc:chgData name="dtrott@udel.edu" userId="S::urn:spo:guest#dtrott@udel.edu::" providerId="AD" clId="Web-{06DD7244-B193-3BF6-A3B2-F7C80C156A39}" dt="2026-05-11T00:16:55.982" v="973" actId="1076"/>
        <pc:sldMkLst>
          <pc:docMk/>
          <pc:sldMk cId="560476532" sldId="316"/>
        </pc:sldMkLst>
        <pc:spChg chg="mod">
          <ac:chgData name="dtrott@udel.edu" userId="S::urn:spo:guest#dtrott@udel.edu::" providerId="AD" clId="Web-{06DD7244-B193-3BF6-A3B2-F7C80C156A39}" dt="2026-05-11T00:16:55.982" v="973" actId="1076"/>
          <ac:spMkLst>
            <pc:docMk/>
            <pc:sldMk cId="560476532" sldId="316"/>
            <ac:spMk id="9" creationId="{809286D0-9776-AAFE-9B2C-8209015E4B59}"/>
          </ac:spMkLst>
        </pc:spChg>
        <pc:spChg chg="mod">
          <ac:chgData name="dtrott@udel.edu" userId="S::urn:spo:guest#dtrott@udel.edu::" providerId="AD" clId="Web-{06DD7244-B193-3BF6-A3B2-F7C80C156A39}" dt="2026-05-10T23:19:51.013" v="25" actId="20577"/>
          <ac:spMkLst>
            <pc:docMk/>
            <pc:sldMk cId="560476532" sldId="316"/>
            <ac:spMk id="11" creationId="{DED23B18-9F90-8705-D5E0-950D0C6D40E3}"/>
          </ac:spMkLst>
        </pc:spChg>
      </pc:sldChg>
      <pc:sldChg chg="ord">
        <pc:chgData name="dtrott@udel.edu" userId="S::urn:spo:guest#dtrott@udel.edu::" providerId="AD" clId="Web-{06DD7244-B193-3BF6-A3B2-F7C80C156A39}" dt="2026-05-11T00:10:13.695" v="624"/>
        <pc:sldMkLst>
          <pc:docMk/>
          <pc:sldMk cId="25914151" sldId="317"/>
        </pc:sldMkLst>
      </pc:sldChg>
      <pc:sldChg chg="addSp modSp ord">
        <pc:chgData name="dtrott@udel.edu" userId="S::urn:spo:guest#dtrott@udel.edu::" providerId="AD" clId="Web-{06DD7244-B193-3BF6-A3B2-F7C80C156A39}" dt="2026-05-11T00:13:50.474" v="781" actId="20577"/>
        <pc:sldMkLst>
          <pc:docMk/>
          <pc:sldMk cId="1709283561" sldId="319"/>
        </pc:sldMkLst>
        <pc:spChg chg="mod">
          <ac:chgData name="dtrott@udel.edu" userId="S::urn:spo:guest#dtrott@udel.edu::" providerId="AD" clId="Web-{06DD7244-B193-3BF6-A3B2-F7C80C156A39}" dt="2026-05-11T00:04:42.210" v="348" actId="1076"/>
          <ac:spMkLst>
            <pc:docMk/>
            <pc:sldMk cId="1709283561" sldId="319"/>
            <ac:spMk id="2" creationId="{6F0DF265-5D2A-5050-7335-7D15EF370096}"/>
          </ac:spMkLst>
        </pc:spChg>
        <pc:spChg chg="add mod">
          <ac:chgData name="dtrott@udel.edu" userId="S::urn:spo:guest#dtrott@udel.edu::" providerId="AD" clId="Web-{06DD7244-B193-3BF6-A3B2-F7C80C156A39}" dt="2026-05-11T00:13:50.474" v="781" actId="20577"/>
          <ac:spMkLst>
            <pc:docMk/>
            <pc:sldMk cId="1709283561" sldId="319"/>
            <ac:spMk id="3" creationId="{2EF3E27D-570D-E5B1-B79C-B4C204640541}"/>
          </ac:spMkLst>
        </pc:spChg>
        <pc:picChg chg="mod">
          <ac:chgData name="dtrott@udel.edu" userId="S::urn:spo:guest#dtrott@udel.edu::" providerId="AD" clId="Web-{06DD7244-B193-3BF6-A3B2-F7C80C156A39}" dt="2026-05-11T00:13:45.271" v="776" actId="1076"/>
          <ac:picMkLst>
            <pc:docMk/>
            <pc:sldMk cId="1709283561" sldId="319"/>
            <ac:picMk id="4" creationId="{30D1BD14-A258-C1D1-A672-A99C1F7974AF}"/>
          </ac:picMkLst>
        </pc:picChg>
      </pc:sldChg>
      <pc:sldChg chg="modSp del">
        <pc:chgData name="dtrott@udel.edu" userId="S::urn:spo:guest#dtrott@udel.edu::" providerId="AD" clId="Web-{06DD7244-B193-3BF6-A3B2-F7C80C156A39}" dt="2026-05-11T00:14:06.850" v="795"/>
        <pc:sldMkLst>
          <pc:docMk/>
          <pc:sldMk cId="1735183621" sldId="320"/>
        </pc:sldMkLst>
        <pc:picChg chg="mod">
          <ac:chgData name="dtrott@udel.edu" userId="S::urn:spo:guest#dtrott@udel.edu::" providerId="AD" clId="Web-{06DD7244-B193-3BF6-A3B2-F7C80C156A39}" dt="2026-05-11T00:14:03.256" v="794" actId="1076"/>
          <ac:picMkLst>
            <pc:docMk/>
            <pc:sldMk cId="1735183621" sldId="320"/>
            <ac:picMk id="4" creationId="{7FA9128D-3BDE-8B57-699D-D239BC89FAC4}"/>
          </ac:picMkLst>
        </pc:picChg>
      </pc:sldChg>
      <pc:sldChg chg="addSp modSp">
        <pc:chgData name="dtrott@udel.edu" userId="S::urn:spo:guest#dtrott@udel.edu::" providerId="AD" clId="Web-{06DD7244-B193-3BF6-A3B2-F7C80C156A39}" dt="2026-05-11T00:15:53.636" v="907" actId="20577"/>
        <pc:sldMkLst>
          <pc:docMk/>
          <pc:sldMk cId="613239892" sldId="321"/>
        </pc:sldMkLst>
        <pc:spChg chg="add">
          <ac:chgData name="dtrott@udel.edu" userId="S::urn:spo:guest#dtrott@udel.edu::" providerId="AD" clId="Web-{06DD7244-B193-3BF6-A3B2-F7C80C156A39}" dt="2026-05-11T00:14:24.585" v="796"/>
          <ac:spMkLst>
            <pc:docMk/>
            <pc:sldMk cId="613239892" sldId="321"/>
            <ac:spMk id="2" creationId="{DF1B6AB6-E4DA-584C-C70B-88FB751C5CEE}"/>
          </ac:spMkLst>
        </pc:spChg>
        <pc:spChg chg="add mod">
          <ac:chgData name="dtrott@udel.edu" userId="S::urn:spo:guest#dtrott@udel.edu::" providerId="AD" clId="Web-{06DD7244-B193-3BF6-A3B2-F7C80C156A39}" dt="2026-05-11T00:15:53.636" v="907" actId="20577"/>
          <ac:spMkLst>
            <pc:docMk/>
            <pc:sldMk cId="613239892" sldId="321"/>
            <ac:spMk id="3" creationId="{543E35BA-23E8-4986-146C-1F6908ADD509}"/>
          </ac:spMkLst>
        </pc:spChg>
        <pc:spChg chg="add mod">
          <ac:chgData name="dtrott@udel.edu" userId="S::urn:spo:guest#dtrott@udel.edu::" providerId="AD" clId="Web-{06DD7244-B193-3BF6-A3B2-F7C80C156A39}" dt="2026-05-11T00:15:10.431" v="859" actId="20577"/>
          <ac:spMkLst>
            <pc:docMk/>
            <pc:sldMk cId="613239892" sldId="321"/>
            <ac:spMk id="7" creationId="{62851798-88FD-4975-FA3C-7D49BEAFD57B}"/>
          </ac:spMkLst>
        </pc:spChg>
        <pc:picChg chg="mod">
          <ac:chgData name="dtrott@udel.edu" userId="S::urn:spo:guest#dtrott@udel.edu::" providerId="AD" clId="Web-{06DD7244-B193-3BF6-A3B2-F7C80C156A39}" dt="2026-05-11T00:14:53.977" v="837" actId="1076"/>
          <ac:picMkLst>
            <pc:docMk/>
            <pc:sldMk cId="613239892" sldId="321"/>
            <ac:picMk id="4" creationId="{33446379-9A12-D5BE-1C17-3BDC494D59B8}"/>
          </ac:picMkLst>
        </pc:picChg>
        <pc:picChg chg="mod">
          <ac:chgData name="dtrott@udel.edu" userId="S::urn:spo:guest#dtrott@udel.edu::" providerId="AD" clId="Web-{06DD7244-B193-3BF6-A3B2-F7C80C156A39}" dt="2026-05-11T00:14:56.712" v="840" actId="1076"/>
          <ac:picMkLst>
            <pc:docMk/>
            <pc:sldMk cId="613239892" sldId="321"/>
            <ac:picMk id="5" creationId="{99941C0D-0B5C-0C0B-45F1-8017F0AA8FBA}"/>
          </ac:picMkLst>
        </pc:picChg>
      </pc:sldChg>
      <pc:sldChg chg="addSp delSp modSp new">
        <pc:chgData name="dtrott@udel.edu" userId="S::urn:spo:guest#dtrott@udel.edu::" providerId="AD" clId="Web-{06DD7244-B193-3BF6-A3B2-F7C80C156A39}" dt="2026-05-11T00:12:38.142" v="738" actId="1076"/>
        <pc:sldMkLst>
          <pc:docMk/>
          <pc:sldMk cId="2902072593" sldId="322"/>
        </pc:sldMkLst>
        <pc:spChg chg="mod">
          <ac:chgData name="dtrott@udel.edu" userId="S::urn:spo:guest#dtrott@udel.edu::" providerId="AD" clId="Web-{06DD7244-B193-3BF6-A3B2-F7C80C156A39}" dt="2026-05-11T00:11:35.748" v="723" actId="20577"/>
          <ac:spMkLst>
            <pc:docMk/>
            <pc:sldMk cId="2902072593" sldId="322"/>
            <ac:spMk id="2" creationId="{816BE47B-8C61-5103-8A77-9C39D70908F5}"/>
          </ac:spMkLst>
        </pc:spChg>
        <pc:spChg chg="del">
          <ac:chgData name="dtrott@udel.edu" userId="S::urn:spo:guest#dtrott@udel.edu::" providerId="AD" clId="Web-{06DD7244-B193-3BF6-A3B2-F7C80C156A39}" dt="2026-05-11T00:11:41.514" v="724"/>
          <ac:spMkLst>
            <pc:docMk/>
            <pc:sldMk cId="2902072593" sldId="322"/>
            <ac:spMk id="3" creationId="{01DC4DA5-AF3A-C917-C184-F34699BF9050}"/>
          </ac:spMkLst>
        </pc:spChg>
        <pc:picChg chg="add mod">
          <ac:chgData name="dtrott@udel.edu" userId="S::urn:spo:guest#dtrott@udel.edu::" providerId="AD" clId="Web-{06DD7244-B193-3BF6-A3B2-F7C80C156A39}" dt="2026-05-11T00:12:38.142" v="738" actId="1076"/>
          <ac:picMkLst>
            <pc:docMk/>
            <pc:sldMk cId="2902072593" sldId="322"/>
            <ac:picMk id="4" creationId="{CB04FF5A-FF16-7F56-58D9-E721426EBE6D}"/>
          </ac:picMkLst>
        </pc:picChg>
        <pc:picChg chg="add mod">
          <ac:chgData name="dtrott@udel.edu" userId="S::urn:spo:guest#dtrott@udel.edu::" providerId="AD" clId="Web-{06DD7244-B193-3BF6-A3B2-F7C80C156A39}" dt="2026-05-11T00:12:36.674" v="737" actId="1076"/>
          <ac:picMkLst>
            <pc:docMk/>
            <pc:sldMk cId="2902072593" sldId="322"/>
            <ac:picMk id="5" creationId="{0A5607CF-66B4-E88E-EE74-7B2E253937AA}"/>
          </ac:picMkLst>
        </pc:picChg>
      </pc:sldChg>
    </pc:docChg>
  </pc:docChgLst>
  <pc:docChgLst>
    <pc:chgData name="dtrott@udel.edu" userId="S::urn:spo:guest#dtrott@udel.edu::" providerId="AD" clId="Web-{8886107A-645C-AA90-1C41-9DECBA6A14B9}"/>
    <pc:docChg chg="addSld modSld sldOrd">
      <pc:chgData name="dtrott@udel.edu" userId="S::urn:spo:guest#dtrott@udel.edu::" providerId="AD" clId="Web-{8886107A-645C-AA90-1C41-9DECBA6A14B9}" dt="2026-05-05T15:17:37.133" v="285" actId="20577"/>
      <pc:docMkLst>
        <pc:docMk/>
      </pc:docMkLst>
      <pc:sldChg chg="mod ord modShow">
        <pc:chgData name="dtrott@udel.edu" userId="S::urn:spo:guest#dtrott@udel.edu::" providerId="AD" clId="Web-{8886107A-645C-AA90-1C41-9DECBA6A14B9}" dt="2026-05-05T15:13:11.728" v="24"/>
        <pc:sldMkLst>
          <pc:docMk/>
          <pc:sldMk cId="3501973825" sldId="272"/>
        </pc:sldMkLst>
      </pc:sldChg>
      <pc:sldChg chg="delSp modSp">
        <pc:chgData name="dtrott@udel.edu" userId="S::urn:spo:guest#dtrott@udel.edu::" providerId="AD" clId="Web-{8886107A-645C-AA90-1C41-9DECBA6A14B9}" dt="2026-05-05T15:17:37.133" v="285" actId="20577"/>
        <pc:sldMkLst>
          <pc:docMk/>
          <pc:sldMk cId="1424295582" sldId="273"/>
        </pc:sldMkLst>
        <pc:spChg chg="mod">
          <ac:chgData name="dtrott@udel.edu" userId="S::urn:spo:guest#dtrott@udel.edu::" providerId="AD" clId="Web-{8886107A-645C-AA90-1C41-9DECBA6A14B9}" dt="2026-05-05T15:14:06.623" v="47" actId="20577"/>
          <ac:spMkLst>
            <pc:docMk/>
            <pc:sldMk cId="1424295582" sldId="273"/>
            <ac:spMk id="2" creationId="{6733923D-F5FC-1AD6-9C50-71313BC3FF0C}"/>
          </ac:spMkLst>
        </pc:spChg>
        <pc:spChg chg="mod">
          <ac:chgData name="dtrott@udel.edu" userId="S::urn:spo:guest#dtrott@udel.edu::" providerId="AD" clId="Web-{8886107A-645C-AA90-1C41-9DECBA6A14B9}" dt="2026-05-05T15:17:37.133" v="285" actId="20577"/>
          <ac:spMkLst>
            <pc:docMk/>
            <pc:sldMk cId="1424295582" sldId="273"/>
            <ac:spMk id="3" creationId="{CF02311D-AF4F-990B-B869-94A13EE594D5}"/>
          </ac:spMkLst>
        </pc:spChg>
      </pc:sldChg>
      <pc:sldChg chg="mod ord modShow">
        <pc:chgData name="dtrott@udel.edu" userId="S::urn:spo:guest#dtrott@udel.edu::" providerId="AD" clId="Web-{8886107A-645C-AA90-1C41-9DECBA6A14B9}" dt="2026-05-05T15:13:11.728" v="27"/>
        <pc:sldMkLst>
          <pc:docMk/>
          <pc:sldMk cId="3587234819" sldId="278"/>
        </pc:sldMkLst>
      </pc:sldChg>
      <pc:sldChg chg="mod ord modShow">
        <pc:chgData name="dtrott@udel.edu" userId="S::urn:spo:guest#dtrott@udel.edu::" providerId="AD" clId="Web-{8886107A-645C-AA90-1C41-9DECBA6A14B9}" dt="2026-05-05T15:13:11.728" v="30"/>
        <pc:sldMkLst>
          <pc:docMk/>
          <pc:sldMk cId="399071377" sldId="279"/>
        </pc:sldMkLst>
      </pc:sldChg>
      <pc:sldChg chg="mod ord modShow">
        <pc:chgData name="dtrott@udel.edu" userId="S::urn:spo:guest#dtrott@udel.edu::" providerId="AD" clId="Web-{8886107A-645C-AA90-1C41-9DECBA6A14B9}" dt="2026-05-05T15:13:22.307" v="33"/>
        <pc:sldMkLst>
          <pc:docMk/>
          <pc:sldMk cId="4241033836" sldId="281"/>
        </pc:sldMkLst>
      </pc:sldChg>
      <pc:sldChg chg="modSp">
        <pc:chgData name="dtrott@udel.edu" userId="S::urn:spo:guest#dtrott@udel.edu::" providerId="AD" clId="Web-{8886107A-645C-AA90-1C41-9DECBA6A14B9}" dt="2026-05-05T14:59:13.775" v="2" actId="20577"/>
        <pc:sldMkLst>
          <pc:docMk/>
          <pc:sldMk cId="3703292346" sldId="282"/>
        </pc:sldMkLst>
        <pc:spChg chg="mod">
          <ac:chgData name="dtrott@udel.edu" userId="S::urn:spo:guest#dtrott@udel.edu::" providerId="AD" clId="Web-{8886107A-645C-AA90-1C41-9DECBA6A14B9}" dt="2026-05-05T14:59:13.775" v="2" actId="20577"/>
          <ac:spMkLst>
            <pc:docMk/>
            <pc:sldMk cId="3703292346" sldId="282"/>
            <ac:spMk id="11" creationId="{127C2DBA-C48C-5CF2-8ABA-79A770280598}"/>
          </ac:spMkLst>
        </pc:spChg>
      </pc:sldChg>
      <pc:sldChg chg="mod ord modShow">
        <pc:chgData name="dtrott@udel.edu" userId="S::urn:spo:guest#dtrott@udel.edu::" providerId="AD" clId="Web-{8886107A-645C-AA90-1C41-9DECBA6A14B9}" dt="2026-05-05T15:13:22.307" v="34"/>
        <pc:sldMkLst>
          <pc:docMk/>
          <pc:sldMk cId="1996385221" sldId="284"/>
        </pc:sldMkLst>
      </pc:sldChg>
      <pc:sldChg chg="modSp">
        <pc:chgData name="dtrott@udel.edu" userId="S::urn:spo:guest#dtrott@udel.edu::" providerId="AD" clId="Web-{8886107A-645C-AA90-1C41-9DECBA6A14B9}" dt="2026-05-05T15:12:32.102" v="9" actId="20577"/>
        <pc:sldMkLst>
          <pc:docMk/>
          <pc:sldMk cId="710740252" sldId="294"/>
        </pc:sldMkLst>
        <pc:spChg chg="mod">
          <ac:chgData name="dtrott@udel.edu" userId="S::urn:spo:guest#dtrott@udel.edu::" providerId="AD" clId="Web-{8886107A-645C-AA90-1C41-9DECBA6A14B9}" dt="2026-05-05T15:12:27.914" v="6" actId="20577"/>
          <ac:spMkLst>
            <pc:docMk/>
            <pc:sldMk cId="710740252" sldId="294"/>
            <ac:spMk id="2" creationId="{96ED34FE-FE25-BB18-C681-5F6EE913FA6F}"/>
          </ac:spMkLst>
        </pc:spChg>
        <pc:spChg chg="mod">
          <ac:chgData name="dtrott@udel.edu" userId="S::urn:spo:guest#dtrott@udel.edu::" providerId="AD" clId="Web-{8886107A-645C-AA90-1C41-9DECBA6A14B9}" dt="2026-05-05T15:12:32.102" v="9" actId="20577"/>
          <ac:spMkLst>
            <pc:docMk/>
            <pc:sldMk cId="710740252" sldId="294"/>
            <ac:spMk id="3" creationId="{EB51DEC7-0ADC-1D6F-4C65-98AD659188FC}"/>
          </ac:spMkLst>
        </pc:spChg>
      </pc:sldChg>
      <pc:sldChg chg="mod ord modShow">
        <pc:chgData name="dtrott@udel.edu" userId="S::urn:spo:guest#dtrott@udel.edu::" providerId="AD" clId="Web-{8886107A-645C-AA90-1C41-9DECBA6A14B9}" dt="2026-05-05T15:13:11.728" v="25"/>
        <pc:sldMkLst>
          <pc:docMk/>
          <pc:sldMk cId="2659687175" sldId="295"/>
        </pc:sldMkLst>
      </pc:sldChg>
      <pc:sldChg chg="mod ord modShow">
        <pc:chgData name="dtrott@udel.edu" userId="S::urn:spo:guest#dtrott@udel.edu::" providerId="AD" clId="Web-{8886107A-645C-AA90-1C41-9DECBA6A14B9}" dt="2026-05-05T15:13:11.728" v="26"/>
        <pc:sldMkLst>
          <pc:docMk/>
          <pc:sldMk cId="2469445992" sldId="296"/>
        </pc:sldMkLst>
      </pc:sldChg>
      <pc:sldChg chg="mod ord modShow">
        <pc:chgData name="dtrott@udel.edu" userId="S::urn:spo:guest#dtrott@udel.edu::" providerId="AD" clId="Web-{8886107A-645C-AA90-1C41-9DECBA6A14B9}" dt="2026-05-05T15:13:11.728" v="28"/>
        <pc:sldMkLst>
          <pc:docMk/>
          <pc:sldMk cId="1471651221" sldId="298"/>
        </pc:sldMkLst>
      </pc:sldChg>
      <pc:sldChg chg="mod ord modShow">
        <pc:chgData name="dtrott@udel.edu" userId="S::urn:spo:guest#dtrott@udel.edu::" providerId="AD" clId="Web-{8886107A-645C-AA90-1C41-9DECBA6A14B9}" dt="2026-05-05T15:13:11.728" v="29"/>
        <pc:sldMkLst>
          <pc:docMk/>
          <pc:sldMk cId="2440607926" sldId="300"/>
        </pc:sldMkLst>
      </pc:sldChg>
      <pc:sldChg chg="mod ord modShow">
        <pc:chgData name="dtrott@udel.edu" userId="S::urn:spo:guest#dtrott@udel.edu::" providerId="AD" clId="Web-{8886107A-645C-AA90-1C41-9DECBA6A14B9}" dt="2026-05-05T15:13:28.245" v="36"/>
        <pc:sldMkLst>
          <pc:docMk/>
          <pc:sldMk cId="933920239" sldId="301"/>
        </pc:sldMkLst>
      </pc:sldChg>
    </pc:docChg>
  </pc:docChgLst>
  <pc:docChgLst>
    <pc:chgData name="dtrott@udel.edu" userId="S::urn:spo:guest#dtrott@udel.edu::" providerId="AD" clId="Web-{36542B39-C0FD-A48B-7284-246AE7B305B4}"/>
    <pc:docChg chg="addSld modSld">
      <pc:chgData name="dtrott@udel.edu" userId="S::urn:spo:guest#dtrott@udel.edu::" providerId="AD" clId="Web-{36542B39-C0FD-A48B-7284-246AE7B305B4}" dt="2026-05-08T17:50:56.646" v="112" actId="1076"/>
      <pc:docMkLst>
        <pc:docMk/>
      </pc:docMkLst>
      <pc:sldChg chg="modSp">
        <pc:chgData name="dtrott@udel.edu" userId="S::urn:spo:guest#dtrott@udel.edu::" providerId="AD" clId="Web-{36542B39-C0FD-A48B-7284-246AE7B305B4}" dt="2026-05-08T14:38:36.840" v="35" actId="20577"/>
        <pc:sldMkLst>
          <pc:docMk/>
          <pc:sldMk cId="1681159839" sldId="280"/>
        </pc:sldMkLst>
        <pc:spChg chg="mod">
          <ac:chgData name="dtrott@udel.edu" userId="S::urn:spo:guest#dtrott@udel.edu::" providerId="AD" clId="Web-{36542B39-C0FD-A48B-7284-246AE7B305B4}" dt="2026-05-08T14:38:36.840" v="35" actId="20577"/>
          <ac:spMkLst>
            <pc:docMk/>
            <pc:sldMk cId="1681159839" sldId="280"/>
            <ac:spMk id="14" creationId="{12A72292-CCD7-F8A1-ECB0-2826962FC786}"/>
          </ac:spMkLst>
        </pc:spChg>
      </pc:sldChg>
      <pc:sldChg chg="addSp modSp">
        <pc:chgData name="dtrott@udel.edu" userId="S::urn:spo:guest#dtrott@udel.edu::" providerId="AD" clId="Web-{36542B39-C0FD-A48B-7284-246AE7B305B4}" dt="2026-05-08T14:46:06.265" v="69" actId="1076"/>
        <pc:sldMkLst>
          <pc:docMk/>
          <pc:sldMk cId="1123141444" sldId="306"/>
        </pc:sldMkLst>
        <pc:spChg chg="mod">
          <ac:chgData name="dtrott@udel.edu" userId="S::urn:spo:guest#dtrott@udel.edu::" providerId="AD" clId="Web-{36542B39-C0FD-A48B-7284-246AE7B305B4}" dt="2026-05-08T14:44:48.699" v="46" actId="1076"/>
          <ac:spMkLst>
            <pc:docMk/>
            <pc:sldMk cId="1123141444" sldId="306"/>
            <ac:spMk id="6" creationId="{1C6C09B4-C38A-CED3-AA0A-F493BF9C3896}"/>
          </ac:spMkLst>
        </pc:spChg>
        <pc:picChg chg="mod">
          <ac:chgData name="dtrott@udel.edu" userId="S::urn:spo:guest#dtrott@udel.edu::" providerId="AD" clId="Web-{36542B39-C0FD-A48B-7284-246AE7B305B4}" dt="2026-05-08T14:46:06.265" v="69" actId="1076"/>
          <ac:picMkLst>
            <pc:docMk/>
            <pc:sldMk cId="1123141444" sldId="306"/>
            <ac:picMk id="3" creationId="{CECDB9A8-6119-3111-6397-024587E6A01E}"/>
          </ac:picMkLst>
        </pc:picChg>
        <pc:picChg chg="mod modCrop">
          <ac:chgData name="dtrott@udel.edu" userId="S::urn:spo:guest#dtrott@udel.edu::" providerId="AD" clId="Web-{36542B39-C0FD-A48B-7284-246AE7B305B4}" dt="2026-05-08T14:45:53.655" v="65" actId="1076"/>
          <ac:picMkLst>
            <pc:docMk/>
            <pc:sldMk cId="1123141444" sldId="306"/>
            <ac:picMk id="4" creationId="{1D8D9E77-6A0E-75F3-7D2C-226FDAA09A3C}"/>
          </ac:picMkLst>
        </pc:picChg>
        <pc:picChg chg="mod">
          <ac:chgData name="dtrott@udel.edu" userId="S::urn:spo:guest#dtrott@udel.edu::" providerId="AD" clId="Web-{36542B39-C0FD-A48B-7284-246AE7B305B4}" dt="2026-05-08T14:46:04.937" v="68" actId="1076"/>
          <ac:picMkLst>
            <pc:docMk/>
            <pc:sldMk cId="1123141444" sldId="306"/>
            <ac:picMk id="5" creationId="{A886917D-3C56-09A7-4022-56735041A067}"/>
          </ac:picMkLst>
        </pc:picChg>
        <pc:picChg chg="add mod modCrop">
          <ac:chgData name="dtrott@udel.edu" userId="S::urn:spo:guest#dtrott@udel.edu::" providerId="AD" clId="Web-{36542B39-C0FD-A48B-7284-246AE7B305B4}" dt="2026-05-08T14:45:54.999" v="66" actId="1076"/>
          <ac:picMkLst>
            <pc:docMk/>
            <pc:sldMk cId="1123141444" sldId="306"/>
            <ac:picMk id="7" creationId="{A26F119E-DB82-5CB6-E50F-C5E656CEF17E}"/>
          </ac:picMkLst>
        </pc:picChg>
        <pc:picChg chg="add mod modCrop">
          <ac:chgData name="dtrott@udel.edu" userId="S::urn:spo:guest#dtrott@udel.edu::" providerId="AD" clId="Web-{36542B39-C0FD-A48B-7284-246AE7B305B4}" dt="2026-05-08T14:45:52.295" v="64" actId="1076"/>
          <ac:picMkLst>
            <pc:docMk/>
            <pc:sldMk cId="1123141444" sldId="306"/>
            <ac:picMk id="8" creationId="{48D5584C-4406-201C-0748-73C2F44B04FE}"/>
          </ac:picMkLst>
        </pc:picChg>
      </pc:sldChg>
      <pc:sldChg chg="addSp modSp">
        <pc:chgData name="dtrott@udel.edu" userId="S::urn:spo:guest#dtrott@udel.edu::" providerId="AD" clId="Web-{36542B39-C0FD-A48B-7284-246AE7B305B4}" dt="2026-05-08T15:37:05.248" v="102" actId="20577"/>
        <pc:sldMkLst>
          <pc:docMk/>
          <pc:sldMk cId="2279135174" sldId="308"/>
        </pc:sldMkLst>
      </pc:sldChg>
      <pc:sldChg chg="addSp modSp">
        <pc:chgData name="dtrott@udel.edu" userId="S::urn:spo:guest#dtrott@udel.edu::" providerId="AD" clId="Web-{36542B39-C0FD-A48B-7284-246AE7B305B4}" dt="2026-05-08T14:44:11.056" v="42" actId="1076"/>
        <pc:sldMkLst>
          <pc:docMk/>
          <pc:sldMk cId="3727719925" sldId="309"/>
        </pc:sldMkLst>
        <pc:picChg chg="mod">
          <ac:chgData name="dtrott@udel.edu" userId="S::urn:spo:guest#dtrott@udel.edu::" providerId="AD" clId="Web-{36542B39-C0FD-A48B-7284-246AE7B305B4}" dt="2026-05-08T14:40:22.888" v="39" actId="1076"/>
          <ac:picMkLst>
            <pc:docMk/>
            <pc:sldMk cId="3727719925" sldId="309"/>
            <ac:picMk id="3" creationId="{0EDE753B-6141-EECF-B8B2-CA4C81B2F7D4}"/>
          </ac:picMkLst>
        </pc:picChg>
        <pc:picChg chg="mod">
          <ac:chgData name="dtrott@udel.edu" userId="S::urn:spo:guest#dtrott@udel.edu::" providerId="AD" clId="Web-{36542B39-C0FD-A48B-7284-246AE7B305B4}" dt="2026-05-08T14:40:25.607" v="40" actId="1076"/>
          <ac:picMkLst>
            <pc:docMk/>
            <pc:sldMk cId="3727719925" sldId="309"/>
            <ac:picMk id="4" creationId="{E4757747-FE5F-6DA1-57D7-30F40C46C8B8}"/>
          </ac:picMkLst>
        </pc:picChg>
        <pc:picChg chg="mod">
          <ac:chgData name="dtrott@udel.edu" userId="S::urn:spo:guest#dtrott@udel.edu::" providerId="AD" clId="Web-{36542B39-C0FD-A48B-7284-246AE7B305B4}" dt="2026-05-08T14:40:26.247" v="41" actId="1076"/>
          <ac:picMkLst>
            <pc:docMk/>
            <pc:sldMk cId="3727719925" sldId="309"/>
            <ac:picMk id="5" creationId="{F4CD80C8-1D0D-A5FD-E044-D09DBB8BA5B7}"/>
          </ac:picMkLst>
        </pc:picChg>
        <pc:picChg chg="add mod">
          <ac:chgData name="dtrott@udel.edu" userId="S::urn:spo:guest#dtrott@udel.edu::" providerId="AD" clId="Web-{36542B39-C0FD-A48B-7284-246AE7B305B4}" dt="2026-05-08T14:44:11.056" v="42" actId="1076"/>
          <ac:picMkLst>
            <pc:docMk/>
            <pc:sldMk cId="3727719925" sldId="309"/>
            <ac:picMk id="6" creationId="{90137F04-1293-45A9-D503-9C188DA7AA06}"/>
          </ac:picMkLst>
        </pc:picChg>
      </pc:sldChg>
      <pc:sldChg chg="modSp new">
        <pc:chgData name="dtrott@udel.edu" userId="S::urn:spo:guest#dtrott@udel.edu::" providerId="AD" clId="Web-{36542B39-C0FD-A48B-7284-246AE7B305B4}" dt="2026-05-08T17:50:56.646" v="112" actId="1076"/>
        <pc:sldMkLst>
          <pc:docMk/>
          <pc:sldMk cId="4092930844" sldId="310"/>
        </pc:sldMkLst>
        <pc:spChg chg="mod">
          <ac:chgData name="dtrott@udel.edu" userId="S::urn:spo:guest#dtrott@udel.edu::" providerId="AD" clId="Web-{36542B39-C0FD-A48B-7284-246AE7B305B4}" dt="2026-05-08T17:50:53.177" v="111" actId="1076"/>
          <ac:spMkLst>
            <pc:docMk/>
            <pc:sldMk cId="4092930844" sldId="310"/>
            <ac:spMk id="2" creationId="{F2415778-CB41-9C57-50B1-147752C592EC}"/>
          </ac:spMkLst>
        </pc:spChg>
        <pc:spChg chg="mod">
          <ac:chgData name="dtrott@udel.edu" userId="S::urn:spo:guest#dtrott@udel.edu::" providerId="AD" clId="Web-{36542B39-C0FD-A48B-7284-246AE7B305B4}" dt="2026-05-08T17:50:56.646" v="112" actId="1076"/>
          <ac:spMkLst>
            <pc:docMk/>
            <pc:sldMk cId="4092930844" sldId="310"/>
            <ac:spMk id="3" creationId="{18218BC4-04EB-9E4C-FE1E-5F7360CE1C78}"/>
          </ac:spMkLst>
        </pc:spChg>
      </pc:sldChg>
    </pc:docChg>
  </pc:docChgLst>
  <pc:docChgLst>
    <pc:chgData name="kalyanik@udel.edu" userId="S::urn:spo:guest#kalyanik@udel.edu::" providerId="AD" clId="Web-{F6E01892-AD88-F86B-0ED3-3350DA836248}"/>
    <pc:docChg chg="delSld modSld modMainMaster">
      <pc:chgData name="kalyanik@udel.edu" userId="S::urn:spo:guest#kalyanik@udel.edu::" providerId="AD" clId="Web-{F6E01892-AD88-F86B-0ED3-3350DA836248}" dt="2026-05-11T13:12:41.553" v="113"/>
      <pc:docMkLst>
        <pc:docMk/>
      </pc:docMkLst>
      <pc:sldChg chg="addSp modSp">
        <pc:chgData name="kalyanik@udel.edu" userId="S::urn:spo:guest#kalyanik@udel.edu::" providerId="AD" clId="Web-{F6E01892-AD88-F86B-0ED3-3350DA836248}" dt="2026-05-11T12:23:41.280" v="99"/>
        <pc:sldMkLst>
          <pc:docMk/>
          <pc:sldMk cId="0" sldId="256"/>
        </pc:sldMkLst>
        <pc:spChg chg="add mod">
          <ac:chgData name="kalyanik@udel.edu" userId="S::urn:spo:guest#kalyanik@udel.edu::" providerId="AD" clId="Web-{F6E01892-AD88-F86B-0ED3-3350DA836248}" dt="2026-05-11T12:23:41.280" v="99"/>
          <ac:spMkLst>
            <pc:docMk/>
            <pc:sldMk cId="0" sldId="256"/>
            <ac:spMk id="2" creationId="{F455143F-3837-37F9-E36B-13A9EE11E518}"/>
          </ac:spMkLst>
        </pc:spChg>
      </pc:sldChg>
      <pc:sldChg chg="addSp modSp">
        <pc:chgData name="kalyanik@udel.edu" userId="S::urn:spo:guest#kalyanik@udel.edu::" providerId="AD" clId="Web-{F6E01892-AD88-F86B-0ED3-3350DA836248}" dt="2026-05-11T12:23:52.374" v="100"/>
        <pc:sldMkLst>
          <pc:docMk/>
          <pc:sldMk cId="0" sldId="257"/>
        </pc:sldMkLst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0" sldId="257"/>
            <ac:spMk id="2" creationId="{04C0BABC-7A24-4C2A-72DD-A7FED02BDD32}"/>
          </ac:spMkLst>
        </pc:spChg>
      </pc:sldChg>
      <pc:sldChg chg="addSp modSp">
        <pc:chgData name="kalyanik@udel.edu" userId="S::urn:spo:guest#kalyanik@udel.edu::" providerId="AD" clId="Web-{F6E01892-AD88-F86B-0ED3-3350DA836248}" dt="2026-05-11T12:23:52.374" v="100"/>
        <pc:sldMkLst>
          <pc:docMk/>
          <pc:sldMk cId="1738400009" sldId="265"/>
        </pc:sldMkLst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1738400009" sldId="265"/>
            <ac:spMk id="2" creationId="{026CA9C5-BD3C-E071-C8C6-5BA3A7B0E992}"/>
          </ac:spMkLst>
        </pc:spChg>
      </pc:sldChg>
      <pc:sldChg chg="addSp modSp">
        <pc:chgData name="kalyanik@udel.edu" userId="S::urn:spo:guest#kalyanik@udel.edu::" providerId="AD" clId="Web-{F6E01892-AD88-F86B-0ED3-3350DA836248}" dt="2026-05-11T12:23:52.374" v="100"/>
        <pc:sldMkLst>
          <pc:docMk/>
          <pc:sldMk cId="4083245122" sldId="270"/>
        </pc:sldMkLst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4083245122" sldId="270"/>
            <ac:spMk id="5" creationId="{32397612-CC83-8879-CE63-361816C60C23}"/>
          </ac:spMkLst>
        </pc:spChg>
      </pc:sldChg>
      <pc:sldChg chg="addSp modSp">
        <pc:chgData name="kalyanik@udel.edu" userId="S::urn:spo:guest#kalyanik@udel.edu::" providerId="AD" clId="Web-{F6E01892-AD88-F86B-0ED3-3350DA836248}" dt="2026-05-11T12:23:52.374" v="100"/>
        <pc:sldMkLst>
          <pc:docMk/>
          <pc:sldMk cId="3501973825" sldId="272"/>
        </pc:sldMkLst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3501973825" sldId="272"/>
            <ac:spMk id="5" creationId="{46D13777-FE24-2621-2FDE-395E2FF95C95}"/>
          </ac:spMkLst>
        </pc:spChg>
      </pc:sldChg>
      <pc:sldChg chg="addSp modSp">
        <pc:chgData name="kalyanik@udel.edu" userId="S::urn:spo:guest#kalyanik@udel.edu::" providerId="AD" clId="Web-{F6E01892-AD88-F86B-0ED3-3350DA836248}" dt="2026-05-11T13:11:54.722" v="104" actId="1076"/>
        <pc:sldMkLst>
          <pc:docMk/>
          <pc:sldMk cId="1424295582" sldId="273"/>
        </pc:sldMkLst>
        <pc:spChg chg="mod">
          <ac:chgData name="kalyanik@udel.edu" userId="S::urn:spo:guest#kalyanik@udel.edu::" providerId="AD" clId="Web-{F6E01892-AD88-F86B-0ED3-3350DA836248}" dt="2026-05-11T13:11:54.722" v="104" actId="1076"/>
          <ac:spMkLst>
            <pc:docMk/>
            <pc:sldMk cId="1424295582" sldId="273"/>
            <ac:spMk id="3" creationId="{CF02311D-AF4F-990B-B869-94A13EE594D5}"/>
          </ac:spMkLst>
        </pc:spChg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1424295582" sldId="273"/>
            <ac:spMk id="5" creationId="{5D7414C7-C512-5D24-FC39-50327875519E}"/>
          </ac:spMkLst>
        </pc:spChg>
      </pc:sldChg>
      <pc:sldChg chg="addSp modSp">
        <pc:chgData name="kalyanik@udel.edu" userId="S::urn:spo:guest#kalyanik@udel.edu::" providerId="AD" clId="Web-{F6E01892-AD88-F86B-0ED3-3350DA836248}" dt="2026-05-11T12:23:52.374" v="100"/>
        <pc:sldMkLst>
          <pc:docMk/>
          <pc:sldMk cId="247730646" sldId="274"/>
        </pc:sldMkLst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247730646" sldId="274"/>
            <ac:spMk id="3" creationId="{2A0458E0-1A7E-3B53-E653-EF33EA1A7E28}"/>
          </ac:spMkLst>
        </pc:spChg>
      </pc:sldChg>
      <pc:sldChg chg="addSp modSp">
        <pc:chgData name="kalyanik@udel.edu" userId="S::urn:spo:guest#kalyanik@udel.edu::" providerId="AD" clId="Web-{F6E01892-AD88-F86B-0ED3-3350DA836248}" dt="2026-05-11T12:23:52.374" v="100"/>
        <pc:sldMkLst>
          <pc:docMk/>
          <pc:sldMk cId="1975062677" sldId="275"/>
        </pc:sldMkLst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1975062677" sldId="275"/>
            <ac:spMk id="3" creationId="{0A481C11-0174-FB92-3BD5-1E5ED04F7E41}"/>
          </ac:spMkLst>
        </pc:spChg>
      </pc:sldChg>
      <pc:sldChg chg="addSp modSp">
        <pc:chgData name="kalyanik@udel.edu" userId="S::urn:spo:guest#kalyanik@udel.edu::" providerId="AD" clId="Web-{F6E01892-AD88-F86B-0ED3-3350DA836248}" dt="2026-05-11T12:23:52.374" v="100"/>
        <pc:sldMkLst>
          <pc:docMk/>
          <pc:sldMk cId="3587234819" sldId="278"/>
        </pc:sldMkLst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3587234819" sldId="278"/>
            <ac:spMk id="6" creationId="{4B7D1FB2-DBDC-8ACF-503D-310257866C44}"/>
          </ac:spMkLst>
        </pc:spChg>
      </pc:sldChg>
      <pc:sldChg chg="addSp modSp">
        <pc:chgData name="kalyanik@udel.edu" userId="S::urn:spo:guest#kalyanik@udel.edu::" providerId="AD" clId="Web-{F6E01892-AD88-F86B-0ED3-3350DA836248}" dt="2026-05-11T12:23:52.374" v="100"/>
        <pc:sldMkLst>
          <pc:docMk/>
          <pc:sldMk cId="399071377" sldId="279"/>
        </pc:sldMkLst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399071377" sldId="279"/>
            <ac:spMk id="3" creationId="{C15F4498-539F-57A1-F0A2-E8D80ACACE11}"/>
          </ac:spMkLst>
        </pc:spChg>
      </pc:sldChg>
      <pc:sldChg chg="addSp modSp">
        <pc:chgData name="kalyanik@udel.edu" userId="S::urn:spo:guest#kalyanik@udel.edu::" providerId="AD" clId="Web-{F6E01892-AD88-F86B-0ED3-3350DA836248}" dt="2026-05-11T12:23:52.374" v="100"/>
        <pc:sldMkLst>
          <pc:docMk/>
          <pc:sldMk cId="1681159839" sldId="280"/>
        </pc:sldMkLst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1681159839" sldId="280"/>
            <ac:spMk id="7" creationId="{D194A327-659F-33B3-0313-015745FDC035}"/>
          </ac:spMkLst>
        </pc:spChg>
      </pc:sldChg>
      <pc:sldChg chg="addSp modSp">
        <pc:chgData name="kalyanik@udel.edu" userId="S::urn:spo:guest#kalyanik@udel.edu::" providerId="AD" clId="Web-{F6E01892-AD88-F86B-0ED3-3350DA836248}" dt="2026-05-11T12:23:52.374" v="100"/>
        <pc:sldMkLst>
          <pc:docMk/>
          <pc:sldMk cId="4241033836" sldId="281"/>
        </pc:sldMkLst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4241033836" sldId="281"/>
            <ac:spMk id="3" creationId="{A6E0BE54-FED1-96B8-0532-0593E0DAF645}"/>
          </ac:spMkLst>
        </pc:spChg>
      </pc:sldChg>
      <pc:sldChg chg="addSp modSp">
        <pc:chgData name="kalyanik@udel.edu" userId="S::urn:spo:guest#kalyanik@udel.edu::" providerId="AD" clId="Web-{F6E01892-AD88-F86B-0ED3-3350DA836248}" dt="2026-05-11T12:23:52.374" v="100"/>
        <pc:sldMkLst>
          <pc:docMk/>
          <pc:sldMk cId="3703292346" sldId="282"/>
        </pc:sldMkLst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3703292346" sldId="282"/>
            <ac:spMk id="4" creationId="{D1C44876-D84D-AC2B-E3D4-525A7CF6357F}"/>
          </ac:spMkLst>
        </pc:spChg>
      </pc:sldChg>
      <pc:sldChg chg="addSp modSp">
        <pc:chgData name="kalyanik@udel.edu" userId="S::urn:spo:guest#kalyanik@udel.edu::" providerId="AD" clId="Web-{F6E01892-AD88-F86B-0ED3-3350DA836248}" dt="2026-05-11T12:23:52.374" v="100"/>
        <pc:sldMkLst>
          <pc:docMk/>
          <pc:sldMk cId="1345906062" sldId="283"/>
        </pc:sldMkLst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1345906062" sldId="283"/>
            <ac:spMk id="3" creationId="{31A39AD1-C432-919A-0D45-7BF6763A2F32}"/>
          </ac:spMkLst>
        </pc:spChg>
      </pc:sldChg>
      <pc:sldChg chg="addSp modSp">
        <pc:chgData name="kalyanik@udel.edu" userId="S::urn:spo:guest#kalyanik@udel.edu::" providerId="AD" clId="Web-{F6E01892-AD88-F86B-0ED3-3350DA836248}" dt="2026-05-11T12:23:52.374" v="100"/>
        <pc:sldMkLst>
          <pc:docMk/>
          <pc:sldMk cId="1996385221" sldId="284"/>
        </pc:sldMkLst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1996385221" sldId="284"/>
            <ac:spMk id="2" creationId="{C373C941-EAE0-D4C4-A82B-D3786D9FE384}"/>
          </ac:spMkLst>
        </pc:spChg>
      </pc:sldChg>
      <pc:sldChg chg="addSp modSp">
        <pc:chgData name="kalyanik@udel.edu" userId="S::urn:spo:guest#kalyanik@udel.edu::" providerId="AD" clId="Web-{F6E01892-AD88-F86B-0ED3-3350DA836248}" dt="2026-05-11T12:23:52.374" v="100"/>
        <pc:sldMkLst>
          <pc:docMk/>
          <pc:sldMk cId="710740252" sldId="294"/>
        </pc:sldMkLst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710740252" sldId="294"/>
            <ac:spMk id="5" creationId="{9564A59A-F9DB-FE15-38DA-6D1874262E2C}"/>
          </ac:spMkLst>
        </pc:spChg>
      </pc:sldChg>
      <pc:sldChg chg="addSp modSp">
        <pc:chgData name="kalyanik@udel.edu" userId="S::urn:spo:guest#kalyanik@udel.edu::" providerId="AD" clId="Web-{F6E01892-AD88-F86B-0ED3-3350DA836248}" dt="2026-05-11T12:23:52.374" v="100"/>
        <pc:sldMkLst>
          <pc:docMk/>
          <pc:sldMk cId="2659687175" sldId="295"/>
        </pc:sldMkLst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2659687175" sldId="295"/>
            <ac:spMk id="6" creationId="{93C55DF7-AD39-448D-4292-8E5D7460B042}"/>
          </ac:spMkLst>
        </pc:spChg>
      </pc:sldChg>
      <pc:sldChg chg="addSp modSp">
        <pc:chgData name="kalyanik@udel.edu" userId="S::urn:spo:guest#kalyanik@udel.edu::" providerId="AD" clId="Web-{F6E01892-AD88-F86B-0ED3-3350DA836248}" dt="2026-05-11T12:23:52.374" v="100"/>
        <pc:sldMkLst>
          <pc:docMk/>
          <pc:sldMk cId="2469445992" sldId="296"/>
        </pc:sldMkLst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2469445992" sldId="296"/>
            <ac:spMk id="3" creationId="{4EC96623-60D6-E191-5BA2-B566EB92F688}"/>
          </ac:spMkLst>
        </pc:spChg>
      </pc:sldChg>
      <pc:sldChg chg="del">
        <pc:chgData name="kalyanik@udel.edu" userId="S::urn:spo:guest#kalyanik@udel.edu::" providerId="AD" clId="Web-{F6E01892-AD88-F86B-0ED3-3350DA836248}" dt="2026-05-11T12:03:41.548" v="10"/>
        <pc:sldMkLst>
          <pc:docMk/>
          <pc:sldMk cId="950171385" sldId="297"/>
        </pc:sldMkLst>
      </pc:sldChg>
      <pc:sldChg chg="addSp modSp">
        <pc:chgData name="kalyanik@udel.edu" userId="S::urn:spo:guest#kalyanik@udel.edu::" providerId="AD" clId="Web-{F6E01892-AD88-F86B-0ED3-3350DA836248}" dt="2026-05-11T12:23:52.374" v="100"/>
        <pc:sldMkLst>
          <pc:docMk/>
          <pc:sldMk cId="1471651221" sldId="298"/>
        </pc:sldMkLst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1471651221" sldId="298"/>
            <ac:spMk id="3" creationId="{E15E59B2-EF97-5B01-3F56-4B9305E43C93}"/>
          </ac:spMkLst>
        </pc:spChg>
      </pc:sldChg>
      <pc:sldChg chg="addSp modSp">
        <pc:chgData name="kalyanik@udel.edu" userId="S::urn:spo:guest#kalyanik@udel.edu::" providerId="AD" clId="Web-{F6E01892-AD88-F86B-0ED3-3350DA836248}" dt="2026-05-11T12:23:52.374" v="100"/>
        <pc:sldMkLst>
          <pc:docMk/>
          <pc:sldMk cId="2440607926" sldId="300"/>
        </pc:sldMkLst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2440607926" sldId="300"/>
            <ac:spMk id="3" creationId="{5D306E1C-540B-380C-4A5A-AE3D32ED2C87}"/>
          </ac:spMkLst>
        </pc:spChg>
      </pc:sldChg>
      <pc:sldChg chg="addSp modSp">
        <pc:chgData name="kalyanik@udel.edu" userId="S::urn:spo:guest#kalyanik@udel.edu::" providerId="AD" clId="Web-{F6E01892-AD88-F86B-0ED3-3350DA836248}" dt="2026-05-11T12:23:52.374" v="100"/>
        <pc:sldMkLst>
          <pc:docMk/>
          <pc:sldMk cId="933920239" sldId="301"/>
        </pc:sldMkLst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933920239" sldId="301"/>
            <ac:spMk id="4" creationId="{3F7D88EC-CDB0-B020-F08E-2D32F0DAEA4B}"/>
          </ac:spMkLst>
        </pc:spChg>
      </pc:sldChg>
      <pc:sldChg chg="addSp modSp">
        <pc:chgData name="kalyanik@udel.edu" userId="S::urn:spo:guest#kalyanik@udel.edu::" providerId="AD" clId="Web-{F6E01892-AD88-F86B-0ED3-3350DA836248}" dt="2026-05-11T12:23:52.374" v="100"/>
        <pc:sldMkLst>
          <pc:docMk/>
          <pc:sldMk cId="1074975526" sldId="302"/>
        </pc:sldMkLst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1074975526" sldId="302"/>
            <ac:spMk id="3" creationId="{7FA42954-33ED-4EB7-300D-0B2998D71AA0}"/>
          </ac:spMkLst>
        </pc:spChg>
      </pc:sldChg>
      <pc:sldChg chg="addSp modSp">
        <pc:chgData name="kalyanik@udel.edu" userId="S::urn:spo:guest#kalyanik@udel.edu::" providerId="AD" clId="Web-{F6E01892-AD88-F86B-0ED3-3350DA836248}" dt="2026-05-11T12:23:52.374" v="100"/>
        <pc:sldMkLst>
          <pc:docMk/>
          <pc:sldMk cId="3344751950" sldId="303"/>
        </pc:sldMkLst>
        <pc:spChg chg="mod">
          <ac:chgData name="kalyanik@udel.edu" userId="S::urn:spo:guest#kalyanik@udel.edu::" providerId="AD" clId="Web-{F6E01892-AD88-F86B-0ED3-3350DA836248}" dt="2026-05-11T12:03:37.642" v="9" actId="20577"/>
          <ac:spMkLst>
            <pc:docMk/>
            <pc:sldMk cId="3344751950" sldId="303"/>
            <ac:spMk id="2" creationId="{7DFFACEF-7DFD-366E-664B-E37CC31B49E0}"/>
          </ac:spMkLst>
        </pc:spChg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3344751950" sldId="303"/>
            <ac:spMk id="3" creationId="{914D1B62-5430-DFD7-4B9C-8DAF48188544}"/>
          </ac:spMkLst>
        </pc:spChg>
      </pc:sldChg>
      <pc:sldChg chg="addSp modSp">
        <pc:chgData name="kalyanik@udel.edu" userId="S::urn:spo:guest#kalyanik@udel.edu::" providerId="AD" clId="Web-{F6E01892-AD88-F86B-0ED3-3350DA836248}" dt="2026-05-11T12:23:52.374" v="100"/>
        <pc:sldMkLst>
          <pc:docMk/>
          <pc:sldMk cId="3554162995" sldId="305"/>
        </pc:sldMkLst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3554162995" sldId="305"/>
            <ac:spMk id="5" creationId="{7A36F4D2-1FA6-45A9-A71D-D4F9400E7865}"/>
          </ac:spMkLst>
        </pc:spChg>
      </pc:sldChg>
      <pc:sldChg chg="addSp modSp">
        <pc:chgData name="kalyanik@udel.edu" userId="S::urn:spo:guest#kalyanik@udel.edu::" providerId="AD" clId="Web-{F6E01892-AD88-F86B-0ED3-3350DA836248}" dt="2026-05-11T12:23:52.374" v="100"/>
        <pc:sldMkLst>
          <pc:docMk/>
          <pc:sldMk cId="1123141444" sldId="306"/>
        </pc:sldMkLst>
        <pc:spChg chg="mod">
          <ac:chgData name="kalyanik@udel.edu" userId="S::urn:spo:guest#kalyanik@udel.edu::" providerId="AD" clId="Web-{F6E01892-AD88-F86B-0ED3-3350DA836248}" dt="2026-05-11T12:13:07.053" v="98" actId="1076"/>
          <ac:spMkLst>
            <pc:docMk/>
            <pc:sldMk cId="1123141444" sldId="306"/>
            <ac:spMk id="2" creationId="{381CFD42-CB55-840C-C629-7FDE1D02798C}"/>
          </ac:spMkLst>
        </pc:spChg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1123141444" sldId="306"/>
            <ac:spMk id="11" creationId="{B272FC4F-580B-6093-C458-9F3326630FA7}"/>
          </ac:spMkLst>
        </pc:spChg>
      </pc:sldChg>
      <pc:sldChg chg="addSp modSp">
        <pc:chgData name="kalyanik@udel.edu" userId="S::urn:spo:guest#kalyanik@udel.edu::" providerId="AD" clId="Web-{F6E01892-AD88-F86B-0ED3-3350DA836248}" dt="2026-05-11T12:23:52.374" v="100"/>
        <pc:sldMkLst>
          <pc:docMk/>
          <pc:sldMk cId="2279135174" sldId="308"/>
        </pc:sldMkLst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2279135174" sldId="308"/>
            <ac:spMk id="3" creationId="{977FCB68-3139-8702-8AF5-855A604F5FFF}"/>
          </ac:spMkLst>
        </pc:spChg>
      </pc:sldChg>
      <pc:sldChg chg="addSp modSp">
        <pc:chgData name="kalyanik@udel.edu" userId="S::urn:spo:guest#kalyanik@udel.edu::" providerId="AD" clId="Web-{F6E01892-AD88-F86B-0ED3-3350DA836248}" dt="2026-05-11T12:23:52.374" v="100"/>
        <pc:sldMkLst>
          <pc:docMk/>
          <pc:sldMk cId="3727719925" sldId="309"/>
        </pc:sldMkLst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3727719925" sldId="309"/>
            <ac:spMk id="9" creationId="{D29177DB-5613-50B0-6233-D666D8C1488E}"/>
          </ac:spMkLst>
        </pc:spChg>
      </pc:sldChg>
      <pc:sldChg chg="addSp modSp">
        <pc:chgData name="kalyanik@udel.edu" userId="S::urn:spo:guest#kalyanik@udel.edu::" providerId="AD" clId="Web-{F6E01892-AD88-F86B-0ED3-3350DA836248}" dt="2026-05-11T12:23:52.374" v="100"/>
        <pc:sldMkLst>
          <pc:docMk/>
          <pc:sldMk cId="4092930844" sldId="310"/>
        </pc:sldMkLst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4092930844" sldId="310"/>
            <ac:spMk id="4" creationId="{84993336-99FD-B016-B73C-6DA80C0F01DE}"/>
          </ac:spMkLst>
        </pc:spChg>
      </pc:sldChg>
      <pc:sldChg chg="addSp modSp">
        <pc:chgData name="kalyanik@udel.edu" userId="S::urn:spo:guest#kalyanik@udel.edu::" providerId="AD" clId="Web-{F6E01892-AD88-F86B-0ED3-3350DA836248}" dt="2026-05-11T12:23:52.374" v="100"/>
        <pc:sldMkLst>
          <pc:docMk/>
          <pc:sldMk cId="170117961" sldId="311"/>
        </pc:sldMkLst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170117961" sldId="311"/>
            <ac:spMk id="5" creationId="{1C921679-F759-ED0E-6D60-D06CA0FBA1CE}"/>
          </ac:spMkLst>
        </pc:spChg>
      </pc:sldChg>
      <pc:sldChg chg="addSp modSp">
        <pc:chgData name="kalyanik@udel.edu" userId="S::urn:spo:guest#kalyanik@udel.edu::" providerId="AD" clId="Web-{F6E01892-AD88-F86B-0ED3-3350DA836248}" dt="2026-05-11T12:23:52.374" v="100"/>
        <pc:sldMkLst>
          <pc:docMk/>
          <pc:sldMk cId="4045715461" sldId="312"/>
        </pc:sldMkLst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4045715461" sldId="312"/>
            <ac:spMk id="5" creationId="{2F9094C3-1795-70AD-3ECC-BBF4F8850B8E}"/>
          </ac:spMkLst>
        </pc:spChg>
      </pc:sldChg>
      <pc:sldChg chg="addSp modSp">
        <pc:chgData name="kalyanik@udel.edu" userId="S::urn:spo:guest#kalyanik@udel.edu::" providerId="AD" clId="Web-{F6E01892-AD88-F86B-0ED3-3350DA836248}" dt="2026-05-11T12:24:10.609" v="102" actId="1076"/>
        <pc:sldMkLst>
          <pc:docMk/>
          <pc:sldMk cId="3814508593" sldId="313"/>
        </pc:sldMkLst>
        <pc:spChg chg="mod">
          <ac:chgData name="kalyanik@udel.edu" userId="S::urn:spo:guest#kalyanik@udel.edu::" providerId="AD" clId="Web-{F6E01892-AD88-F86B-0ED3-3350DA836248}" dt="2026-05-11T12:24:10.609" v="102" actId="1076"/>
          <ac:spMkLst>
            <pc:docMk/>
            <pc:sldMk cId="3814508593" sldId="313"/>
            <ac:spMk id="7" creationId="{5A4A512D-6A57-B87D-7ABB-EB0EFA30A751}"/>
          </ac:spMkLst>
        </pc:spChg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3814508593" sldId="313"/>
            <ac:spMk id="8" creationId="{C0467EAB-3ED4-B8F0-C331-06771EBBC034}"/>
          </ac:spMkLst>
        </pc:spChg>
      </pc:sldChg>
      <pc:sldChg chg="addSp modSp">
        <pc:chgData name="kalyanik@udel.edu" userId="S::urn:spo:guest#kalyanik@udel.edu::" providerId="AD" clId="Web-{F6E01892-AD88-F86B-0ED3-3350DA836248}" dt="2026-05-11T12:23:52.374" v="100"/>
        <pc:sldMkLst>
          <pc:docMk/>
          <pc:sldMk cId="1047020876" sldId="314"/>
        </pc:sldMkLst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1047020876" sldId="314"/>
            <ac:spMk id="7" creationId="{19F1E327-BA4B-93E8-C53E-A457429EFE07}"/>
          </ac:spMkLst>
        </pc:spChg>
      </pc:sldChg>
      <pc:sldChg chg="addSp modSp">
        <pc:chgData name="kalyanik@udel.edu" userId="S::urn:spo:guest#kalyanik@udel.edu::" providerId="AD" clId="Web-{F6E01892-AD88-F86B-0ED3-3350DA836248}" dt="2026-05-11T12:23:52.374" v="100"/>
        <pc:sldMkLst>
          <pc:docMk/>
          <pc:sldMk cId="131228033" sldId="315"/>
        </pc:sldMkLst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131228033" sldId="315"/>
            <ac:spMk id="3" creationId="{9EDC013C-1CFB-D174-97A7-0CD9AE23C098}"/>
          </ac:spMkLst>
        </pc:spChg>
      </pc:sldChg>
      <pc:sldChg chg="addSp modSp">
        <pc:chgData name="kalyanik@udel.edu" userId="S::urn:spo:guest#kalyanik@udel.edu::" providerId="AD" clId="Web-{F6E01892-AD88-F86B-0ED3-3350DA836248}" dt="2026-05-11T12:23:52.374" v="100"/>
        <pc:sldMkLst>
          <pc:docMk/>
          <pc:sldMk cId="560476532" sldId="316"/>
        </pc:sldMkLst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560476532" sldId="316"/>
            <ac:spMk id="3" creationId="{65A1F87B-F630-6BE4-39F3-83173E3913C1}"/>
          </ac:spMkLst>
        </pc:spChg>
      </pc:sldChg>
      <pc:sldChg chg="addSp modSp">
        <pc:chgData name="kalyanik@udel.edu" userId="S::urn:spo:guest#kalyanik@udel.edu::" providerId="AD" clId="Web-{F6E01892-AD88-F86B-0ED3-3350DA836248}" dt="2026-05-11T12:23:52.374" v="100"/>
        <pc:sldMkLst>
          <pc:docMk/>
          <pc:sldMk cId="25914151" sldId="317"/>
        </pc:sldMkLst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25914151" sldId="317"/>
            <ac:spMk id="3" creationId="{42B056C7-5D47-94F6-98C1-C1455A122A5F}"/>
          </ac:spMkLst>
        </pc:spChg>
      </pc:sldChg>
      <pc:sldChg chg="addSp modSp">
        <pc:chgData name="kalyanik@udel.edu" userId="S::urn:spo:guest#kalyanik@udel.edu::" providerId="AD" clId="Web-{F6E01892-AD88-F86B-0ED3-3350DA836248}" dt="2026-05-11T12:23:52.374" v="100"/>
        <pc:sldMkLst>
          <pc:docMk/>
          <pc:sldMk cId="1709283561" sldId="319"/>
        </pc:sldMkLst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1709283561" sldId="319"/>
            <ac:spMk id="5" creationId="{0BE5FF3E-3A64-A167-FF90-E33E63545972}"/>
          </ac:spMkLst>
        </pc:spChg>
      </pc:sldChg>
      <pc:sldChg chg="addSp modSp">
        <pc:chgData name="kalyanik@udel.edu" userId="S::urn:spo:guest#kalyanik@udel.edu::" providerId="AD" clId="Web-{F6E01892-AD88-F86B-0ED3-3350DA836248}" dt="2026-05-11T13:08:44.292" v="103" actId="20577"/>
        <pc:sldMkLst>
          <pc:docMk/>
          <pc:sldMk cId="613239892" sldId="321"/>
        </pc:sldMkLst>
        <pc:spChg chg="mod">
          <ac:chgData name="kalyanik@udel.edu" userId="S::urn:spo:guest#kalyanik@udel.edu::" providerId="AD" clId="Web-{F6E01892-AD88-F86B-0ED3-3350DA836248}" dt="2026-05-11T13:08:44.292" v="103" actId="20577"/>
          <ac:spMkLst>
            <pc:docMk/>
            <pc:sldMk cId="613239892" sldId="321"/>
            <ac:spMk id="3" creationId="{543E35BA-23E8-4986-146C-1F6908ADD509}"/>
          </ac:spMkLst>
        </pc:spChg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613239892" sldId="321"/>
            <ac:spMk id="6" creationId="{197B8394-963C-8863-F994-2BD830867A1A}"/>
          </ac:spMkLst>
        </pc:spChg>
      </pc:sldChg>
      <pc:sldChg chg="addSp modSp">
        <pc:chgData name="kalyanik@udel.edu" userId="S::urn:spo:guest#kalyanik@udel.edu::" providerId="AD" clId="Web-{F6E01892-AD88-F86B-0ED3-3350DA836248}" dt="2026-05-11T12:23:52.374" v="100"/>
        <pc:sldMkLst>
          <pc:docMk/>
          <pc:sldMk cId="2902072593" sldId="322"/>
        </pc:sldMkLst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2902072593" sldId="322"/>
            <ac:spMk id="3" creationId="{C5063D13-32F4-C286-53FE-C5486065388E}"/>
          </ac:spMkLst>
        </pc:spChg>
      </pc:sldChg>
      <pc:sldChg chg="addSp modSp">
        <pc:chgData name="kalyanik@udel.edu" userId="S::urn:spo:guest#kalyanik@udel.edu::" providerId="AD" clId="Web-{F6E01892-AD88-F86B-0ED3-3350DA836248}" dt="2026-05-11T13:12:41.553" v="113"/>
        <pc:sldMkLst>
          <pc:docMk/>
          <pc:sldMk cId="1315912786" sldId="323"/>
        </pc:sldMkLst>
        <pc:spChg chg="mod">
          <ac:chgData name="kalyanik@udel.edu" userId="S::urn:spo:guest#kalyanik@udel.edu::" providerId="AD" clId="Web-{F6E01892-AD88-F86B-0ED3-3350DA836248}" dt="2026-05-11T13:12:34.428" v="112"/>
          <ac:spMkLst>
            <pc:docMk/>
            <pc:sldMk cId="1315912786" sldId="323"/>
            <ac:spMk id="4" creationId="{2E029B4E-C71C-A19E-3656-3B22CFD8D3B9}"/>
          </ac:spMkLst>
        </pc:spChg>
        <pc:spChg chg="mod">
          <ac:chgData name="kalyanik@udel.edu" userId="S::urn:spo:guest#kalyanik@udel.edu::" providerId="AD" clId="Web-{F6E01892-AD88-F86B-0ED3-3350DA836248}" dt="2026-05-11T13:12:41.553" v="113"/>
          <ac:spMkLst>
            <pc:docMk/>
            <pc:sldMk cId="1315912786" sldId="323"/>
            <ac:spMk id="5" creationId="{C89BF558-7E30-91F2-F3DB-0B93D6ECB494}"/>
          </ac:spMkLst>
        </pc:spChg>
        <pc:spChg chg="add mod">
          <ac:chgData name="kalyanik@udel.edu" userId="S::urn:spo:guest#kalyanik@udel.edu::" providerId="AD" clId="Web-{F6E01892-AD88-F86B-0ED3-3350DA836248}" dt="2026-05-11T12:23:52.374" v="100"/>
          <ac:spMkLst>
            <pc:docMk/>
            <pc:sldMk cId="1315912786" sldId="323"/>
            <ac:spMk id="6" creationId="{97D56387-784A-C053-2CFD-96F4E86A10F7}"/>
          </ac:spMkLst>
        </pc:spChg>
      </pc:sldChg>
      <pc:sldMasterChg chg="mod modSldLayout">
        <pc:chgData name="kalyanik@udel.edu" userId="S::urn:spo:guest#kalyanik@udel.edu::" providerId="AD" clId="Web-{F6E01892-AD88-F86B-0ED3-3350DA836248}" dt="2026-05-11T12:23:57.202" v="101"/>
        <pc:sldMasterMkLst>
          <pc:docMk/>
          <pc:sldMasterMk cId="0" sldId="2147483659"/>
        </pc:sldMasterMkLst>
        <pc:sldLayoutChg chg="mod">
          <pc:chgData name="kalyanik@udel.edu" userId="S::urn:spo:guest#kalyanik@udel.edu::" providerId="AD" clId="Web-{F6E01892-AD88-F86B-0ED3-3350DA836248}" dt="2026-05-11T12:23:57.202" v="101"/>
          <pc:sldLayoutMkLst>
            <pc:docMk/>
            <pc:sldMasterMk cId="0" sldId="2147483659"/>
            <pc:sldLayoutMk cId="0" sldId="2147483648"/>
          </pc:sldLayoutMkLst>
        </pc:sldLayoutChg>
        <pc:sldLayoutChg chg="mod">
          <pc:chgData name="kalyanik@udel.edu" userId="S::urn:spo:guest#kalyanik@udel.edu::" providerId="AD" clId="Web-{F6E01892-AD88-F86B-0ED3-3350DA836248}" dt="2026-05-11T12:23:57.202" v="101"/>
          <pc:sldLayoutMkLst>
            <pc:docMk/>
            <pc:sldMasterMk cId="0" sldId="2147483659"/>
            <pc:sldLayoutMk cId="0" sldId="2147483649"/>
          </pc:sldLayoutMkLst>
        </pc:sldLayoutChg>
        <pc:sldLayoutChg chg="mod">
          <pc:chgData name="kalyanik@udel.edu" userId="S::urn:spo:guest#kalyanik@udel.edu::" providerId="AD" clId="Web-{F6E01892-AD88-F86B-0ED3-3350DA836248}" dt="2026-05-11T12:23:57.202" v="101"/>
          <pc:sldLayoutMkLst>
            <pc:docMk/>
            <pc:sldMasterMk cId="0" sldId="2147483659"/>
            <pc:sldLayoutMk cId="0" sldId="2147483650"/>
          </pc:sldLayoutMkLst>
        </pc:sldLayoutChg>
        <pc:sldLayoutChg chg="mod">
          <pc:chgData name="kalyanik@udel.edu" userId="S::urn:spo:guest#kalyanik@udel.edu::" providerId="AD" clId="Web-{F6E01892-AD88-F86B-0ED3-3350DA836248}" dt="2026-05-11T12:23:57.202" v="101"/>
          <pc:sldLayoutMkLst>
            <pc:docMk/>
            <pc:sldMasterMk cId="0" sldId="2147483659"/>
            <pc:sldLayoutMk cId="0" sldId="2147483651"/>
          </pc:sldLayoutMkLst>
        </pc:sldLayoutChg>
        <pc:sldLayoutChg chg="mod">
          <pc:chgData name="kalyanik@udel.edu" userId="S::urn:spo:guest#kalyanik@udel.edu::" providerId="AD" clId="Web-{F6E01892-AD88-F86B-0ED3-3350DA836248}" dt="2026-05-11T12:23:57.202" v="101"/>
          <pc:sldLayoutMkLst>
            <pc:docMk/>
            <pc:sldMasterMk cId="0" sldId="2147483659"/>
            <pc:sldLayoutMk cId="0" sldId="2147483652"/>
          </pc:sldLayoutMkLst>
        </pc:sldLayoutChg>
        <pc:sldLayoutChg chg="mod">
          <pc:chgData name="kalyanik@udel.edu" userId="S::urn:spo:guest#kalyanik@udel.edu::" providerId="AD" clId="Web-{F6E01892-AD88-F86B-0ED3-3350DA836248}" dt="2026-05-11T12:23:57.202" v="101"/>
          <pc:sldLayoutMkLst>
            <pc:docMk/>
            <pc:sldMasterMk cId="0" sldId="2147483659"/>
            <pc:sldLayoutMk cId="0" sldId="2147483653"/>
          </pc:sldLayoutMkLst>
        </pc:sldLayoutChg>
        <pc:sldLayoutChg chg="mod">
          <pc:chgData name="kalyanik@udel.edu" userId="S::urn:spo:guest#kalyanik@udel.edu::" providerId="AD" clId="Web-{F6E01892-AD88-F86B-0ED3-3350DA836248}" dt="2026-05-11T12:23:57.202" v="101"/>
          <pc:sldLayoutMkLst>
            <pc:docMk/>
            <pc:sldMasterMk cId="0" sldId="2147483659"/>
            <pc:sldLayoutMk cId="0" sldId="2147483654"/>
          </pc:sldLayoutMkLst>
        </pc:sldLayoutChg>
        <pc:sldLayoutChg chg="mod">
          <pc:chgData name="kalyanik@udel.edu" userId="S::urn:spo:guest#kalyanik@udel.edu::" providerId="AD" clId="Web-{F6E01892-AD88-F86B-0ED3-3350DA836248}" dt="2026-05-11T12:23:57.202" v="101"/>
          <pc:sldLayoutMkLst>
            <pc:docMk/>
            <pc:sldMasterMk cId="0" sldId="2147483659"/>
            <pc:sldLayoutMk cId="0" sldId="2147483655"/>
          </pc:sldLayoutMkLst>
        </pc:sldLayoutChg>
        <pc:sldLayoutChg chg="mod">
          <pc:chgData name="kalyanik@udel.edu" userId="S::urn:spo:guest#kalyanik@udel.edu::" providerId="AD" clId="Web-{F6E01892-AD88-F86B-0ED3-3350DA836248}" dt="2026-05-11T12:23:57.202" v="101"/>
          <pc:sldLayoutMkLst>
            <pc:docMk/>
            <pc:sldMasterMk cId="0" sldId="2147483659"/>
            <pc:sldLayoutMk cId="0" sldId="2147483656"/>
          </pc:sldLayoutMkLst>
        </pc:sldLayoutChg>
        <pc:sldLayoutChg chg="mod">
          <pc:chgData name="kalyanik@udel.edu" userId="S::urn:spo:guest#kalyanik@udel.edu::" providerId="AD" clId="Web-{F6E01892-AD88-F86B-0ED3-3350DA836248}" dt="2026-05-11T12:23:57.202" v="101"/>
          <pc:sldLayoutMkLst>
            <pc:docMk/>
            <pc:sldMasterMk cId="0" sldId="2147483659"/>
            <pc:sldLayoutMk cId="0" sldId="2147483657"/>
          </pc:sldLayoutMkLst>
        </pc:sldLayoutChg>
        <pc:sldLayoutChg chg="mod">
          <pc:chgData name="kalyanik@udel.edu" userId="S::urn:spo:guest#kalyanik@udel.edu::" providerId="AD" clId="Web-{F6E01892-AD88-F86B-0ED3-3350DA836248}" dt="2026-05-11T12:23:57.202" v="101"/>
          <pc:sldLayoutMkLst>
            <pc:docMk/>
            <pc:sldMasterMk cId="0" sldId="2147483659"/>
            <pc:sldLayoutMk cId="0" sldId="2147483658"/>
          </pc:sldLayoutMkLst>
        </pc:sldLayoutChg>
      </pc:sldMasterChg>
    </pc:docChg>
  </pc:docChgLst>
  <pc:docChgLst>
    <pc:chgData name="daniyar@udel.edu" userId="S::urn:spo:guest#daniyar@udel.edu::" providerId="AD" clId="Web-{F995F0BE-E9D8-09EE-3DC4-89925ED5CC83}"/>
    <pc:docChg chg="modSld sldOrd">
      <pc:chgData name="daniyar@udel.edu" userId="S::urn:spo:guest#daniyar@udel.edu::" providerId="AD" clId="Web-{F995F0BE-E9D8-09EE-3DC4-89925ED5CC83}" dt="2026-05-11T13:08:25.606" v="210" actId="1076"/>
      <pc:docMkLst>
        <pc:docMk/>
      </pc:docMkLst>
      <pc:sldChg chg="addSp modSp">
        <pc:chgData name="daniyar@udel.edu" userId="S::urn:spo:guest#daniyar@udel.edu::" providerId="AD" clId="Web-{F995F0BE-E9D8-09EE-3DC4-89925ED5CC83}" dt="2026-05-11T13:05:19.384" v="187" actId="1076"/>
        <pc:sldMkLst>
          <pc:docMk/>
          <pc:sldMk cId="170117961" sldId="311"/>
        </pc:sldMkLst>
        <pc:spChg chg="add mod">
          <ac:chgData name="daniyar@udel.edu" userId="S::urn:spo:guest#daniyar@udel.edu::" providerId="AD" clId="Web-{F995F0BE-E9D8-09EE-3DC4-89925ED5CC83}" dt="2026-05-11T13:05:19.384" v="187" actId="1076"/>
          <ac:spMkLst>
            <pc:docMk/>
            <pc:sldMk cId="170117961" sldId="311"/>
            <ac:spMk id="7" creationId="{4270185E-6ACD-8088-CC81-214C3B0F8D91}"/>
          </ac:spMkLst>
        </pc:spChg>
      </pc:sldChg>
      <pc:sldChg chg="addSp delSp modSp ord">
        <pc:chgData name="daniyar@udel.edu" userId="S::urn:spo:guest#daniyar@udel.edu::" providerId="AD" clId="Web-{F995F0BE-E9D8-09EE-3DC4-89925ED5CC83}" dt="2026-05-11T12:28:04.002" v="17" actId="20577"/>
        <pc:sldMkLst>
          <pc:docMk/>
          <pc:sldMk cId="4045715461" sldId="312"/>
        </pc:sldMkLst>
        <pc:spChg chg="del">
          <ac:chgData name="daniyar@udel.edu" userId="S::urn:spo:guest#daniyar@udel.edu::" providerId="AD" clId="Web-{F995F0BE-E9D8-09EE-3DC4-89925ED5CC83}" dt="2026-05-11T12:27:32.109" v="7"/>
          <ac:spMkLst>
            <pc:docMk/>
            <pc:sldMk cId="4045715461" sldId="312"/>
            <ac:spMk id="3" creationId="{46C0AC2A-01B4-FFA9-E36C-335FE9A3B0CD}"/>
          </ac:spMkLst>
        </pc:spChg>
        <pc:spChg chg="add mod">
          <ac:chgData name="daniyar@udel.edu" userId="S::urn:spo:guest#daniyar@udel.edu::" providerId="AD" clId="Web-{F995F0BE-E9D8-09EE-3DC4-89925ED5CC83}" dt="2026-05-11T12:28:04.002" v="17" actId="20577"/>
          <ac:spMkLst>
            <pc:docMk/>
            <pc:sldMk cId="4045715461" sldId="312"/>
            <ac:spMk id="7" creationId="{D6ACE738-DEED-E7BB-6A8C-E69ACB3C266F}"/>
          </ac:spMkLst>
        </pc:spChg>
      </pc:sldChg>
      <pc:sldChg chg="addSp modSp ord">
        <pc:chgData name="daniyar@udel.edu" userId="S::urn:spo:guest#daniyar@udel.edu::" providerId="AD" clId="Web-{F995F0BE-E9D8-09EE-3DC4-89925ED5CC83}" dt="2026-05-11T12:29:10.896" v="19"/>
        <pc:sldMkLst>
          <pc:docMk/>
          <pc:sldMk cId="3814508593" sldId="313"/>
        </pc:sldMkLst>
        <pc:spChg chg="add">
          <ac:chgData name="daniyar@udel.edu" userId="S::urn:spo:guest#daniyar@udel.edu::" providerId="AD" clId="Web-{F995F0BE-E9D8-09EE-3DC4-89925ED5CC83}" dt="2026-05-11T12:29:10.896" v="19"/>
          <ac:spMkLst>
            <pc:docMk/>
            <pc:sldMk cId="3814508593" sldId="313"/>
            <ac:spMk id="9" creationId="{4FA894E6-E993-505F-E3C9-9F8D6D3F0C5B}"/>
          </ac:spMkLst>
        </pc:spChg>
        <pc:picChg chg="mod">
          <ac:chgData name="daniyar@udel.edu" userId="S::urn:spo:guest#daniyar@udel.edu::" providerId="AD" clId="Web-{F995F0BE-E9D8-09EE-3DC4-89925ED5CC83}" dt="2026-05-11T12:29:09.974" v="18" actId="1076"/>
          <ac:picMkLst>
            <pc:docMk/>
            <pc:sldMk cId="3814508593" sldId="313"/>
            <ac:picMk id="4" creationId="{BF1ADC06-9334-7FFE-B618-59A42900B79D}"/>
          </ac:picMkLst>
        </pc:picChg>
      </pc:sldChg>
      <pc:sldChg chg="addSp delSp modSp">
        <pc:chgData name="daniyar@udel.edu" userId="S::urn:spo:guest#daniyar@udel.edu::" providerId="AD" clId="Web-{F995F0BE-E9D8-09EE-3DC4-89925ED5CC83}" dt="2026-05-11T12:42:37.427" v="156" actId="14100"/>
        <pc:sldMkLst>
          <pc:docMk/>
          <pc:sldMk cId="1709283561" sldId="319"/>
        </pc:sldMkLst>
        <pc:spChg chg="del">
          <ac:chgData name="daniyar@udel.edu" userId="S::urn:spo:guest#daniyar@udel.edu::" providerId="AD" clId="Web-{F995F0BE-E9D8-09EE-3DC4-89925ED5CC83}" dt="2026-05-11T12:37:34.767" v="107"/>
          <ac:spMkLst>
            <pc:docMk/>
            <pc:sldMk cId="1709283561" sldId="319"/>
            <ac:spMk id="3" creationId="{2EF3E27D-570D-E5B1-B79C-B4C204640541}"/>
          </ac:spMkLst>
        </pc:spChg>
        <pc:spChg chg="add mod">
          <ac:chgData name="daniyar@udel.edu" userId="S::urn:spo:guest#daniyar@udel.edu::" providerId="AD" clId="Web-{F995F0BE-E9D8-09EE-3DC4-89925ED5CC83}" dt="2026-05-11T12:42:37.427" v="156" actId="14100"/>
          <ac:spMkLst>
            <pc:docMk/>
            <pc:sldMk cId="1709283561" sldId="319"/>
            <ac:spMk id="7" creationId="{3537FCC3-E1CA-DBB9-B637-74218A92D619}"/>
          </ac:spMkLst>
        </pc:spChg>
      </pc:sldChg>
      <pc:sldChg chg="delSp modSp">
        <pc:chgData name="daniyar@udel.edu" userId="S::urn:spo:guest#daniyar@udel.edu::" providerId="AD" clId="Web-{F995F0BE-E9D8-09EE-3DC4-89925ED5CC83}" dt="2026-05-11T13:08:25.606" v="210" actId="1076"/>
        <pc:sldMkLst>
          <pc:docMk/>
          <pc:sldMk cId="613239892" sldId="321"/>
        </pc:sldMkLst>
        <pc:spChg chg="del">
          <ac:chgData name="daniyar@udel.edu" userId="S::urn:spo:guest#daniyar@udel.edu::" providerId="AD" clId="Web-{F995F0BE-E9D8-09EE-3DC4-89925ED5CC83}" dt="2026-05-11T13:08:13.167" v="206"/>
          <ac:spMkLst>
            <pc:docMk/>
            <pc:sldMk cId="613239892" sldId="321"/>
            <ac:spMk id="2" creationId="{DF1B6AB6-E4DA-584C-C70B-88FB751C5CEE}"/>
          </ac:spMkLst>
        </pc:spChg>
        <pc:spChg chg="mod">
          <ac:chgData name="daniyar@udel.edu" userId="S::urn:spo:guest#daniyar@udel.edu::" providerId="AD" clId="Web-{F995F0BE-E9D8-09EE-3DC4-89925ED5CC83}" dt="2026-05-11T13:08:22.840" v="209" actId="1076"/>
          <ac:spMkLst>
            <pc:docMk/>
            <pc:sldMk cId="613239892" sldId="321"/>
            <ac:spMk id="3" creationId="{543E35BA-23E8-4986-146C-1F6908ADD509}"/>
          </ac:spMkLst>
        </pc:spChg>
        <pc:picChg chg="del">
          <ac:chgData name="daniyar@udel.edu" userId="S::urn:spo:guest#daniyar@udel.edu::" providerId="AD" clId="Web-{F995F0BE-E9D8-09EE-3DC4-89925ED5CC83}" dt="2026-05-11T13:07:59.572" v="202"/>
          <ac:picMkLst>
            <pc:docMk/>
            <pc:sldMk cId="613239892" sldId="321"/>
            <ac:picMk id="4" creationId="{33446379-9A12-D5BE-1C17-3BDC494D59B8}"/>
          </ac:picMkLst>
        </pc:picChg>
        <pc:picChg chg="mod">
          <ac:chgData name="daniyar@udel.edu" userId="S::urn:spo:guest#daniyar@udel.edu::" providerId="AD" clId="Web-{F995F0BE-E9D8-09EE-3DC4-89925ED5CC83}" dt="2026-05-11T13:08:25.606" v="210" actId="1076"/>
          <ac:picMkLst>
            <pc:docMk/>
            <pc:sldMk cId="613239892" sldId="321"/>
            <ac:picMk id="5" creationId="{99941C0D-0B5C-0C0B-45F1-8017F0AA8FBA}"/>
          </ac:picMkLst>
        </pc:picChg>
      </pc:sldChg>
      <pc:sldChg chg="addSp delSp modSp ord">
        <pc:chgData name="daniyar@udel.edu" userId="S::urn:spo:guest#daniyar@udel.edu::" providerId="AD" clId="Web-{F995F0BE-E9D8-09EE-3DC4-89925ED5CC83}" dt="2026-05-11T12:43:37.306" v="161" actId="14100"/>
        <pc:sldMkLst>
          <pc:docMk/>
          <pc:sldMk cId="2902072593" sldId="322"/>
        </pc:sldMkLst>
        <pc:spChg chg="add del mod">
          <ac:chgData name="daniyar@udel.edu" userId="S::urn:spo:guest#daniyar@udel.edu::" providerId="AD" clId="Web-{F995F0BE-E9D8-09EE-3DC4-89925ED5CC83}" dt="2026-05-11T12:34:19.221" v="86"/>
          <ac:spMkLst>
            <pc:docMk/>
            <pc:sldMk cId="2902072593" sldId="322"/>
            <ac:spMk id="9" creationId="{8F7E0857-A70B-354A-71D2-701E1B1618DC}"/>
          </ac:spMkLst>
        </pc:spChg>
        <pc:spChg chg="add mod">
          <ac:chgData name="daniyar@udel.edu" userId="S::urn:spo:guest#daniyar@udel.edu::" providerId="AD" clId="Web-{F995F0BE-E9D8-09EE-3DC4-89925ED5CC83}" dt="2026-05-11T12:43:37.306" v="161" actId="14100"/>
          <ac:spMkLst>
            <pc:docMk/>
            <pc:sldMk cId="2902072593" sldId="322"/>
            <ac:spMk id="11" creationId="{9F4EFF8E-6924-5D86-FF4D-B418279D0498}"/>
          </ac:spMkLst>
        </pc:spChg>
        <pc:picChg chg="mod">
          <ac:chgData name="daniyar@udel.edu" userId="S::urn:spo:guest#daniyar@udel.edu::" providerId="AD" clId="Web-{F995F0BE-E9D8-09EE-3DC4-89925ED5CC83}" dt="2026-05-11T12:31:52.347" v="29" actId="1076"/>
          <ac:picMkLst>
            <pc:docMk/>
            <pc:sldMk cId="2902072593" sldId="322"/>
            <ac:picMk id="4" creationId="{CB04FF5A-FF16-7F56-58D9-E721426EBE6D}"/>
          </ac:picMkLst>
        </pc:picChg>
        <pc:picChg chg="mod">
          <ac:chgData name="daniyar@udel.edu" userId="S::urn:spo:guest#daniyar@udel.edu::" providerId="AD" clId="Web-{F995F0BE-E9D8-09EE-3DC4-89925ED5CC83}" dt="2026-05-11T12:31:50.284" v="28" actId="1076"/>
          <ac:picMkLst>
            <pc:docMk/>
            <pc:sldMk cId="2902072593" sldId="322"/>
            <ac:picMk id="5" creationId="{0A5607CF-66B4-E88E-EE74-7B2E253937AA}"/>
          </ac:picMkLst>
        </pc:picChg>
      </pc:sldChg>
    </pc:docChg>
  </pc:docChgLst>
  <pc:docChgLst>
    <pc:chgData name="kalyanik@udel.edu" userId="S::urn:spo:guest#kalyanik@udel.edu::" providerId="AD" clId="Web-{A9596224-10B1-F648-E530-BD8A79669F37}"/>
    <pc:docChg chg="modSld">
      <pc:chgData name="kalyanik@udel.edu" userId="S::urn:spo:guest#kalyanik@udel.edu::" providerId="AD" clId="Web-{A9596224-10B1-F648-E530-BD8A79669F37}" dt="2026-05-05T16:46:00.864" v="1"/>
      <pc:docMkLst>
        <pc:docMk/>
      </pc:docMkLst>
      <pc:sldChg chg="delSp">
        <pc:chgData name="kalyanik@udel.edu" userId="S::urn:spo:guest#kalyanik@udel.edu::" providerId="AD" clId="Web-{A9596224-10B1-F648-E530-BD8A79669F37}" dt="2026-05-05T16:46:00.864" v="1"/>
        <pc:sldMkLst>
          <pc:docMk/>
          <pc:sldMk cId="950171385" sldId="297"/>
        </pc:sldMkLst>
      </pc:sldChg>
      <pc:sldChg chg="delSp">
        <pc:chgData name="kalyanik@udel.edu" userId="S::urn:spo:guest#kalyanik@udel.edu::" providerId="AD" clId="Web-{A9596224-10B1-F648-E530-BD8A79669F37}" dt="2026-05-05T16:45:56.427" v="0"/>
        <pc:sldMkLst>
          <pc:docMk/>
          <pc:sldMk cId="3344751950" sldId="303"/>
        </pc:sldMkLst>
      </pc:sldChg>
    </pc:docChg>
  </pc:docChgLst>
  <pc:docChgLst>
    <pc:chgData name="dtrott@udel.edu" userId="S::urn:spo:guest#dtrott@udel.edu::" providerId="AD" clId="Web-{D48FD08F-F6AA-8D8A-5A29-0E98CEB11081}"/>
    <pc:docChg chg="addSld modSld sldOrd">
      <pc:chgData name="dtrott@udel.edu" userId="S::urn:spo:guest#dtrott@udel.edu::" providerId="AD" clId="Web-{D48FD08F-F6AA-8D8A-5A29-0E98CEB11081}" dt="2026-05-06T13:01:52.851" v="54" actId="1076"/>
      <pc:docMkLst>
        <pc:docMk/>
      </pc:docMkLst>
      <pc:sldChg chg="addSp modSp">
        <pc:chgData name="dtrott@udel.edu" userId="S::urn:spo:guest#dtrott@udel.edu::" providerId="AD" clId="Web-{D48FD08F-F6AA-8D8A-5A29-0E98CEB11081}" dt="2026-05-05T16:24:28.430" v="15" actId="20577"/>
        <pc:sldMkLst>
          <pc:docMk/>
          <pc:sldMk cId="1424295582" sldId="273"/>
        </pc:sldMkLst>
        <pc:spChg chg="mod">
          <ac:chgData name="dtrott@udel.edu" userId="S::urn:spo:guest#dtrott@udel.edu::" providerId="AD" clId="Web-{D48FD08F-F6AA-8D8A-5A29-0E98CEB11081}" dt="2026-05-05T16:21:06.613" v="1" actId="20577"/>
          <ac:spMkLst>
            <pc:docMk/>
            <pc:sldMk cId="1424295582" sldId="273"/>
            <ac:spMk id="3" creationId="{CF02311D-AF4F-990B-B869-94A13EE594D5}"/>
          </ac:spMkLst>
        </pc:spChg>
        <pc:spChg chg="add mod">
          <ac:chgData name="dtrott@udel.edu" userId="S::urn:spo:guest#dtrott@udel.edu::" providerId="AD" clId="Web-{D48FD08F-F6AA-8D8A-5A29-0E98CEB11081}" dt="2026-05-05T16:24:28.430" v="15" actId="20577"/>
          <ac:spMkLst>
            <pc:docMk/>
            <pc:sldMk cId="1424295582" sldId="273"/>
            <ac:spMk id="4" creationId="{BDB582A8-F177-EFDC-8D18-26733B8BED87}"/>
          </ac:spMkLst>
        </pc:spChg>
      </pc:sldChg>
      <pc:sldChg chg="mod ord modShow">
        <pc:chgData name="dtrott@udel.edu" userId="S::urn:spo:guest#dtrott@udel.edu::" providerId="AD" clId="Web-{D48FD08F-F6AA-8D8A-5A29-0E98CEB11081}" dt="2026-05-05T16:31:25.113" v="18"/>
        <pc:sldMkLst>
          <pc:docMk/>
          <pc:sldMk cId="247730646" sldId="274"/>
        </pc:sldMkLst>
      </pc:sldChg>
      <pc:sldChg chg="modSp">
        <pc:chgData name="dtrott@udel.edu" userId="S::urn:spo:guest#dtrott@udel.edu::" providerId="AD" clId="Web-{D48FD08F-F6AA-8D8A-5A29-0E98CEB11081}" dt="2026-05-05T16:31:03.361" v="16" actId="20577"/>
        <pc:sldMkLst>
          <pc:docMk/>
          <pc:sldMk cId="1975062677" sldId="275"/>
        </pc:sldMkLst>
        <pc:spChg chg="mod">
          <ac:chgData name="dtrott@udel.edu" userId="S::urn:spo:guest#dtrott@udel.edu::" providerId="AD" clId="Web-{D48FD08F-F6AA-8D8A-5A29-0E98CEB11081}" dt="2026-05-05T16:31:03.361" v="16" actId="20577"/>
          <ac:spMkLst>
            <pc:docMk/>
            <pc:sldMk cId="1975062677" sldId="275"/>
            <ac:spMk id="2" creationId="{D2D7D6B1-8649-C2A5-581F-243E439DF436}"/>
          </ac:spMkLst>
        </pc:spChg>
      </pc:sldChg>
      <pc:sldChg chg="modSp new">
        <pc:chgData name="dtrott@udel.edu" userId="S::urn:spo:guest#dtrott@udel.edu::" providerId="AD" clId="Web-{D48FD08F-F6AA-8D8A-5A29-0E98CEB11081}" dt="2026-05-05T16:44:59.953" v="28" actId="1076"/>
        <pc:sldMkLst>
          <pc:docMk/>
          <pc:sldMk cId="3554162995" sldId="305"/>
        </pc:sldMkLst>
        <pc:spChg chg="mod">
          <ac:chgData name="dtrott@udel.edu" userId="S::urn:spo:guest#dtrott@udel.edu::" providerId="AD" clId="Web-{D48FD08F-F6AA-8D8A-5A29-0E98CEB11081}" dt="2026-05-05T16:44:56.407" v="27" actId="20577"/>
          <ac:spMkLst>
            <pc:docMk/>
            <pc:sldMk cId="3554162995" sldId="305"/>
            <ac:spMk id="2" creationId="{F48F309A-8550-F207-C481-6D5CFD2109E2}"/>
          </ac:spMkLst>
        </pc:spChg>
        <pc:spChg chg="mod">
          <ac:chgData name="dtrott@udel.edu" userId="S::urn:spo:guest#dtrott@udel.edu::" providerId="AD" clId="Web-{D48FD08F-F6AA-8D8A-5A29-0E98CEB11081}" dt="2026-05-05T16:44:59.953" v="28" actId="1076"/>
          <ac:spMkLst>
            <pc:docMk/>
            <pc:sldMk cId="3554162995" sldId="305"/>
            <ac:spMk id="3" creationId="{AF280A45-107F-8B06-5A7D-BFFBE5EAD3A1}"/>
          </ac:spMkLst>
        </pc:spChg>
      </pc:sldChg>
      <pc:sldChg chg="addSp delSp modSp new">
        <pc:chgData name="dtrott@udel.edu" userId="S::urn:spo:guest#dtrott@udel.edu::" providerId="AD" clId="Web-{D48FD08F-F6AA-8D8A-5A29-0E98CEB11081}" dt="2026-05-06T12:54:33.951" v="36" actId="1076"/>
        <pc:sldMkLst>
          <pc:docMk/>
          <pc:sldMk cId="1123141444" sldId="306"/>
        </pc:sldMkLst>
        <pc:spChg chg="mod">
          <ac:chgData name="dtrott@udel.edu" userId="S::urn:spo:guest#dtrott@udel.edu::" providerId="AD" clId="Web-{D48FD08F-F6AA-8D8A-5A29-0E98CEB11081}" dt="2026-05-06T12:53:56.023" v="31" actId="1076"/>
          <ac:spMkLst>
            <pc:docMk/>
            <pc:sldMk cId="1123141444" sldId="306"/>
            <ac:spMk id="2" creationId="{381CFD42-CB55-840C-C629-7FDE1D02798C}"/>
          </ac:spMkLst>
        </pc:spChg>
        <pc:picChg chg="add mod">
          <ac:chgData name="dtrott@udel.edu" userId="S::urn:spo:guest#dtrott@udel.edu::" providerId="AD" clId="Web-{D48FD08F-F6AA-8D8A-5A29-0E98CEB11081}" dt="2026-05-06T12:54:33.951" v="36" actId="1076"/>
          <ac:picMkLst>
            <pc:docMk/>
            <pc:sldMk cId="1123141444" sldId="306"/>
            <ac:picMk id="4" creationId="{1D8D9E77-6A0E-75F3-7D2C-226FDAA09A3C}"/>
          </ac:picMkLst>
        </pc:picChg>
      </pc:sldChg>
      <pc:sldChg chg="addSp delSp modSp new">
        <pc:chgData name="dtrott@udel.edu" userId="S::urn:spo:guest#dtrott@udel.edu::" providerId="AD" clId="Web-{D48FD08F-F6AA-8D8A-5A29-0E98CEB11081}" dt="2026-05-06T12:59:49.405" v="47"/>
        <pc:sldMkLst>
          <pc:docMk/>
          <pc:sldMk cId="2279135174" sldId="308"/>
        </pc:sldMkLst>
      </pc:sldChg>
      <pc:sldChg chg="addSp delSp modSp new">
        <pc:chgData name="dtrott@udel.edu" userId="S::urn:spo:guest#dtrott@udel.edu::" providerId="AD" clId="Web-{D48FD08F-F6AA-8D8A-5A29-0E98CEB11081}" dt="2026-05-06T13:01:52.851" v="54" actId="1076"/>
        <pc:sldMkLst>
          <pc:docMk/>
          <pc:sldMk cId="3727719925" sldId="309"/>
        </pc:sldMkLst>
        <pc:picChg chg="add mod">
          <ac:chgData name="dtrott@udel.edu" userId="S::urn:spo:guest#dtrott@udel.edu::" providerId="AD" clId="Web-{D48FD08F-F6AA-8D8A-5A29-0E98CEB11081}" dt="2026-05-06T13:01:38.349" v="52" actId="1076"/>
          <ac:picMkLst>
            <pc:docMk/>
            <pc:sldMk cId="3727719925" sldId="309"/>
            <ac:picMk id="4" creationId="{E4757747-FE5F-6DA1-57D7-30F40C46C8B8}"/>
          </ac:picMkLst>
        </pc:picChg>
        <pc:picChg chg="add mod">
          <ac:chgData name="dtrott@udel.edu" userId="S::urn:spo:guest#dtrott@udel.edu::" providerId="AD" clId="Web-{D48FD08F-F6AA-8D8A-5A29-0E98CEB11081}" dt="2026-05-06T13:01:52.851" v="54" actId="1076"/>
          <ac:picMkLst>
            <pc:docMk/>
            <pc:sldMk cId="3727719925" sldId="309"/>
            <ac:picMk id="5" creationId="{F4CD80C8-1D0D-A5FD-E044-D09DBB8BA5B7}"/>
          </ac:picMkLst>
        </pc:picChg>
      </pc:sldChg>
    </pc:docChg>
  </pc:docChgLst>
  <pc:docChgLst>
    <pc:chgData name="dtrott@udel.edu" userId="S::urn:spo:guest#dtrott@udel.edu::" providerId="AD" clId="Web-{BCBB612D-33F7-CD85-D9F7-5F1860312E34}"/>
    <pc:docChg chg="addSld modSld">
      <pc:chgData name="dtrott@udel.edu" userId="S::urn:spo:guest#dtrott@udel.edu::" providerId="AD" clId="Web-{BCBB612D-33F7-CD85-D9F7-5F1860312E34}" dt="2026-05-09T15:50:11.904" v="106" actId="1076"/>
      <pc:docMkLst>
        <pc:docMk/>
      </pc:docMkLst>
      <pc:sldChg chg="addSp modSp new">
        <pc:chgData name="dtrott@udel.edu" userId="S::urn:spo:guest#dtrott@udel.edu::" providerId="AD" clId="Web-{BCBB612D-33F7-CD85-D9F7-5F1860312E34}" dt="2026-05-09T15:45:23.562" v="70" actId="20577"/>
        <pc:sldMkLst>
          <pc:docMk/>
          <pc:sldMk cId="170117961" sldId="311"/>
        </pc:sldMkLst>
        <pc:spChg chg="mod">
          <ac:chgData name="dtrott@udel.edu" userId="S::urn:spo:guest#dtrott@udel.edu::" providerId="AD" clId="Web-{BCBB612D-33F7-CD85-D9F7-5F1860312E34}" dt="2026-05-09T15:44:15.966" v="6" actId="1076"/>
          <ac:spMkLst>
            <pc:docMk/>
            <pc:sldMk cId="170117961" sldId="311"/>
            <ac:spMk id="2" creationId="{1DD375E9-2CE9-237B-D257-10269ED634E2}"/>
          </ac:spMkLst>
        </pc:spChg>
        <pc:spChg chg="mod">
          <ac:chgData name="dtrott@udel.edu" userId="S::urn:spo:guest#dtrott@udel.edu::" providerId="AD" clId="Web-{BCBB612D-33F7-CD85-D9F7-5F1860312E34}" dt="2026-05-09T15:45:23.562" v="70" actId="20577"/>
          <ac:spMkLst>
            <pc:docMk/>
            <pc:sldMk cId="170117961" sldId="311"/>
            <ac:spMk id="3" creationId="{50B005B1-59F3-FBDC-1638-AABFB57631F2}"/>
          </ac:spMkLst>
        </pc:spChg>
        <pc:picChg chg="add mod">
          <ac:chgData name="dtrott@udel.edu" userId="S::urn:spo:guest#dtrott@udel.edu::" providerId="AD" clId="Web-{BCBB612D-33F7-CD85-D9F7-5F1860312E34}" dt="2026-05-09T15:44:18.638" v="7" actId="14100"/>
          <ac:picMkLst>
            <pc:docMk/>
            <pc:sldMk cId="170117961" sldId="311"/>
            <ac:picMk id="4" creationId="{AF5A8CE8-FF15-C206-ABA5-C5C3177AD19C}"/>
          </ac:picMkLst>
        </pc:picChg>
      </pc:sldChg>
      <pc:sldChg chg="addSp delSp modSp new">
        <pc:chgData name="dtrott@udel.edu" userId="S::urn:spo:guest#dtrott@udel.edu::" providerId="AD" clId="Web-{BCBB612D-33F7-CD85-D9F7-5F1860312E34}" dt="2026-05-09T15:47:20.393" v="84" actId="14100"/>
        <pc:sldMkLst>
          <pc:docMk/>
          <pc:sldMk cId="4045715461" sldId="312"/>
        </pc:sldMkLst>
        <pc:picChg chg="add mod">
          <ac:chgData name="dtrott@udel.edu" userId="S::urn:spo:guest#dtrott@udel.edu::" providerId="AD" clId="Web-{BCBB612D-33F7-CD85-D9F7-5F1860312E34}" dt="2026-05-09T15:47:20.393" v="84" actId="14100"/>
          <ac:picMkLst>
            <pc:docMk/>
            <pc:sldMk cId="4045715461" sldId="312"/>
            <ac:picMk id="4" creationId="{14276536-014D-6772-277B-1ADAC55BD8EA}"/>
          </ac:picMkLst>
        </pc:picChg>
        <pc:picChg chg="add mod">
          <ac:chgData name="dtrott@udel.edu" userId="S::urn:spo:guest#dtrott@udel.edu::" providerId="AD" clId="Web-{BCBB612D-33F7-CD85-D9F7-5F1860312E34}" dt="2026-05-09T15:47:14.924" v="82" actId="1076"/>
          <ac:picMkLst>
            <pc:docMk/>
            <pc:sldMk cId="4045715461" sldId="312"/>
            <ac:picMk id="6" creationId="{2E007EE8-48AE-963D-F101-5FAD34DBD2CA}"/>
          </ac:picMkLst>
        </pc:picChg>
      </pc:sldChg>
      <pc:sldChg chg="addSp delSp modSp new">
        <pc:chgData name="dtrott@udel.edu" userId="S::urn:spo:guest#dtrott@udel.edu::" providerId="AD" clId="Web-{BCBB612D-33F7-CD85-D9F7-5F1860312E34}" dt="2026-05-09T15:50:11.904" v="106" actId="1076"/>
        <pc:sldMkLst>
          <pc:docMk/>
          <pc:sldMk cId="3814508593" sldId="313"/>
        </pc:sldMkLst>
        <pc:picChg chg="add mod">
          <ac:chgData name="dtrott@udel.edu" userId="S::urn:spo:guest#dtrott@udel.edu::" providerId="AD" clId="Web-{BCBB612D-33F7-CD85-D9F7-5F1860312E34}" dt="2026-05-09T15:50:10.123" v="105" actId="1076"/>
          <ac:picMkLst>
            <pc:docMk/>
            <pc:sldMk cId="3814508593" sldId="313"/>
            <ac:picMk id="4" creationId="{BF1ADC06-9334-7FFE-B618-59A42900B79D}"/>
          </ac:picMkLst>
        </pc:picChg>
      </pc:sldChg>
      <pc:sldChg chg="addSp delSp modSp new">
        <pc:chgData name="dtrott@udel.edu" userId="S::urn:spo:guest#dtrott@udel.edu::" providerId="AD" clId="Web-{BCBB612D-33F7-CD85-D9F7-5F1860312E34}" dt="2026-05-09T15:49:31.700" v="97" actId="1076"/>
        <pc:sldMkLst>
          <pc:docMk/>
          <pc:sldMk cId="1047020876" sldId="314"/>
        </pc:sldMkLst>
        <pc:picChg chg="add mod">
          <ac:chgData name="dtrott@udel.edu" userId="S::urn:spo:guest#dtrott@udel.edu::" providerId="AD" clId="Web-{BCBB612D-33F7-CD85-D9F7-5F1860312E34}" dt="2026-05-09T15:49:31.700" v="97" actId="1076"/>
          <ac:picMkLst>
            <pc:docMk/>
            <pc:sldMk cId="1047020876" sldId="314"/>
            <ac:picMk id="4" creationId="{BEABA8AE-53F6-2610-D6C3-C015FA1B2B4F}"/>
          </ac:picMkLst>
        </pc:picChg>
      </pc:sldChg>
    </pc:docChg>
  </pc:docChgLst>
  <pc:docChgLst>
    <pc:chgData name="dtrott@udel.edu" userId="S::urn:spo:guest#dtrott@udel.edu::" providerId="AD" clId="Web-{580BFD28-AEA7-27CD-A68C-03BC261DEC93}"/>
    <pc:docChg chg="modSld sldOrd">
      <pc:chgData name="dtrott@udel.edu" userId="S::urn:spo:guest#dtrott@udel.edu::" providerId="AD" clId="Web-{580BFD28-AEA7-27CD-A68C-03BC261DEC93}" dt="2026-05-07T19:03:17.415" v="131" actId="1076"/>
      <pc:docMkLst>
        <pc:docMk/>
      </pc:docMkLst>
      <pc:sldChg chg="modSp">
        <pc:chgData name="dtrott@udel.edu" userId="S::urn:spo:guest#dtrott@udel.edu::" providerId="AD" clId="Web-{580BFD28-AEA7-27CD-A68C-03BC261DEC93}" dt="2026-05-07T18:25:36.739" v="0" actId="1076"/>
        <pc:sldMkLst>
          <pc:docMk/>
          <pc:sldMk cId="3344751950" sldId="303"/>
        </pc:sldMkLst>
        <pc:spChg chg="mod">
          <ac:chgData name="dtrott@udel.edu" userId="S::urn:spo:guest#dtrott@udel.edu::" providerId="AD" clId="Web-{580BFD28-AEA7-27CD-A68C-03BC261DEC93}" dt="2026-05-07T18:25:36.739" v="0" actId="1076"/>
          <ac:spMkLst>
            <pc:docMk/>
            <pc:sldMk cId="3344751950" sldId="303"/>
            <ac:spMk id="2" creationId="{7DFFACEF-7DFD-366E-664B-E37CC31B49E0}"/>
          </ac:spMkLst>
        </pc:spChg>
      </pc:sldChg>
      <pc:sldChg chg="addSp modSp">
        <pc:chgData name="dtrott@udel.edu" userId="S::urn:spo:guest#dtrott@udel.edu::" providerId="AD" clId="Web-{580BFD28-AEA7-27CD-A68C-03BC261DEC93}" dt="2026-05-07T19:02:28.380" v="128" actId="20577"/>
        <pc:sldMkLst>
          <pc:docMk/>
          <pc:sldMk cId="1123141444" sldId="306"/>
        </pc:sldMkLst>
        <pc:spChg chg="add mod">
          <ac:chgData name="dtrott@udel.edu" userId="S::urn:spo:guest#dtrott@udel.edu::" providerId="AD" clId="Web-{580BFD28-AEA7-27CD-A68C-03BC261DEC93}" dt="2026-05-07T19:02:28.380" v="128" actId="20577"/>
          <ac:spMkLst>
            <pc:docMk/>
            <pc:sldMk cId="1123141444" sldId="306"/>
            <ac:spMk id="6" creationId="{1C6C09B4-C38A-CED3-AA0A-F493BF9C3896}"/>
          </ac:spMkLst>
        </pc:spChg>
        <pc:picChg chg="add mod">
          <ac:chgData name="dtrott@udel.edu" userId="S::urn:spo:guest#dtrott@udel.edu::" providerId="AD" clId="Web-{580BFD28-AEA7-27CD-A68C-03BC261DEC93}" dt="2026-05-07T19:01:53.143" v="91" actId="1076"/>
          <ac:picMkLst>
            <pc:docMk/>
            <pc:sldMk cId="1123141444" sldId="306"/>
            <ac:picMk id="3" creationId="{CECDB9A8-6119-3111-6397-024587E6A01E}"/>
          </ac:picMkLst>
        </pc:picChg>
        <pc:picChg chg="mod">
          <ac:chgData name="dtrott@udel.edu" userId="S::urn:spo:guest#dtrott@udel.edu::" providerId="AD" clId="Web-{580BFD28-AEA7-27CD-A68C-03BC261DEC93}" dt="2026-05-07T19:01:51.253" v="90" actId="1076"/>
          <ac:picMkLst>
            <pc:docMk/>
            <pc:sldMk cId="1123141444" sldId="306"/>
            <ac:picMk id="4" creationId="{1D8D9E77-6A0E-75F3-7D2C-226FDAA09A3C}"/>
          </ac:picMkLst>
        </pc:picChg>
        <pc:picChg chg="add mod">
          <ac:chgData name="dtrott@udel.edu" userId="S::urn:spo:guest#dtrott@udel.edu::" providerId="AD" clId="Web-{580BFD28-AEA7-27CD-A68C-03BC261DEC93}" dt="2026-05-07T19:01:45.706" v="88" actId="1076"/>
          <ac:picMkLst>
            <pc:docMk/>
            <pc:sldMk cId="1123141444" sldId="306"/>
            <ac:picMk id="5" creationId="{A886917D-3C56-09A7-4022-56735041A067}"/>
          </ac:picMkLst>
        </pc:picChg>
      </pc:sldChg>
      <pc:sldChg chg="addSp delSp modSp">
        <pc:chgData name="dtrott@udel.edu" userId="S::urn:spo:guest#dtrott@udel.edu::" providerId="AD" clId="Web-{580BFD28-AEA7-27CD-A68C-03BC261DEC93}" dt="2026-05-07T19:01:35.080" v="84"/>
        <pc:sldMkLst>
          <pc:docMk/>
          <pc:sldMk cId="2279135174" sldId="308"/>
        </pc:sldMkLst>
        <pc:spChg chg="mod">
          <ac:chgData name="dtrott@udel.edu" userId="S::urn:spo:guest#dtrott@udel.edu::" providerId="AD" clId="Web-{580BFD28-AEA7-27CD-A68C-03BC261DEC93}" dt="2026-05-07T18:46:22.539" v="81" actId="1076"/>
          <ac:spMkLst>
            <pc:docMk/>
            <pc:sldMk cId="2279135174" sldId="308"/>
            <ac:spMk id="2" creationId="{E93B236E-FCAD-71CD-1D95-B7948ACDB906}"/>
          </ac:spMkLst>
        </pc:spChg>
      </pc:sldChg>
      <pc:sldChg chg="addSp modSp ord">
        <pc:chgData name="dtrott@udel.edu" userId="S::urn:spo:guest#dtrott@udel.edu::" providerId="AD" clId="Web-{580BFD28-AEA7-27CD-A68C-03BC261DEC93}" dt="2026-05-07T19:03:17.415" v="131" actId="1076"/>
        <pc:sldMkLst>
          <pc:docMk/>
          <pc:sldMk cId="3727719925" sldId="309"/>
        </pc:sldMkLst>
        <pc:spChg chg="mod">
          <ac:chgData name="dtrott@udel.edu" userId="S::urn:spo:guest#dtrott@udel.edu::" providerId="AD" clId="Web-{580BFD28-AEA7-27CD-A68C-03BC261DEC93}" dt="2026-05-07T18:43:52.591" v="45" actId="20577"/>
          <ac:spMkLst>
            <pc:docMk/>
            <pc:sldMk cId="3727719925" sldId="309"/>
            <ac:spMk id="2" creationId="{96BA167D-5D8B-4581-813A-BABD41FF96E0}"/>
          </ac:spMkLst>
        </pc:spChg>
        <pc:picChg chg="add mod modCrop">
          <ac:chgData name="dtrott@udel.edu" userId="S::urn:spo:guest#dtrott@udel.edu::" providerId="AD" clId="Web-{580BFD28-AEA7-27CD-A68C-03BC261DEC93}" dt="2026-05-07T19:03:17.415" v="131" actId="1076"/>
          <ac:picMkLst>
            <pc:docMk/>
            <pc:sldMk cId="3727719925" sldId="309"/>
            <ac:picMk id="3" creationId="{0EDE753B-6141-EECF-B8B2-CA4C81B2F7D4}"/>
          </ac:picMkLst>
        </pc:picChg>
        <pc:picChg chg="mod modCrop">
          <ac:chgData name="dtrott@udel.edu" userId="S::urn:spo:guest#dtrott@udel.edu::" providerId="AD" clId="Web-{580BFD28-AEA7-27CD-A68C-03BC261DEC93}" dt="2026-05-07T19:03:17.399" v="129" actId="1076"/>
          <ac:picMkLst>
            <pc:docMk/>
            <pc:sldMk cId="3727719925" sldId="309"/>
            <ac:picMk id="4" creationId="{E4757747-FE5F-6DA1-57D7-30F40C46C8B8}"/>
          </ac:picMkLst>
        </pc:picChg>
        <pc:picChg chg="mod">
          <ac:chgData name="dtrott@udel.edu" userId="S::urn:spo:guest#dtrott@udel.edu::" providerId="AD" clId="Web-{580BFD28-AEA7-27CD-A68C-03BC261DEC93}" dt="2026-05-07T19:03:17.399" v="130" actId="1076"/>
          <ac:picMkLst>
            <pc:docMk/>
            <pc:sldMk cId="3727719925" sldId="309"/>
            <ac:picMk id="5" creationId="{F4CD80C8-1D0D-A5FD-E044-D09DBB8BA5B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434343"/>
                </a:solidFill>
              </a:rPr>
              <a:t>AI-generated image using DALL·E (OpenAI), 2026.</a:t>
            </a:r>
            <a:endParaRPr sz="10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b706fc5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cb706fc5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>
                <a:latin typeface="Calibri"/>
                <a:ea typeface="Calibri"/>
                <a:cs typeface="Calibri"/>
              </a:rPr>
              <a:t>Kalyani</a:t>
            </a:r>
          </a:p>
        </p:txBody>
      </p:sp>
    </p:spTree>
    <p:extLst>
      <p:ext uri="{BB962C8B-B14F-4D97-AF65-F5344CB8AC3E}">
        <p14:creationId xmlns:p14="http://schemas.microsoft.com/office/powerpoint/2010/main" val="4027571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>
                <a:latin typeface="Calibri"/>
                <a:ea typeface="Calibri"/>
                <a:cs typeface="Calibri"/>
              </a:rPr>
              <a:t>Kalyani</a:t>
            </a:r>
          </a:p>
        </p:txBody>
      </p:sp>
    </p:spTree>
    <p:extLst>
      <p:ext uri="{BB962C8B-B14F-4D97-AF65-F5344CB8AC3E}">
        <p14:creationId xmlns:p14="http://schemas.microsoft.com/office/powerpoint/2010/main" val="29294049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>
                <a:latin typeface="Calibri"/>
                <a:ea typeface="Calibri"/>
                <a:cs typeface="Calibri"/>
              </a:rPr>
              <a:t>Kalyani</a:t>
            </a:r>
          </a:p>
        </p:txBody>
      </p:sp>
    </p:spTree>
    <p:extLst>
      <p:ext uri="{BB962C8B-B14F-4D97-AF65-F5344CB8AC3E}">
        <p14:creationId xmlns:p14="http://schemas.microsoft.com/office/powerpoint/2010/main" val="21388209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>
                <a:latin typeface="Calibri"/>
                <a:ea typeface="Calibri"/>
                <a:cs typeface="Calibri"/>
              </a:rPr>
              <a:t>Danny</a:t>
            </a:r>
          </a:p>
        </p:txBody>
      </p:sp>
    </p:spTree>
    <p:extLst>
      <p:ext uri="{BB962C8B-B14F-4D97-AF65-F5344CB8AC3E}">
        <p14:creationId xmlns:p14="http://schemas.microsoft.com/office/powerpoint/2010/main" val="3881022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>
                <a:latin typeface="Calibri"/>
                <a:ea typeface="Calibri"/>
                <a:cs typeface="Calibri"/>
              </a:rPr>
              <a:t>Kalyani</a:t>
            </a:r>
          </a:p>
        </p:txBody>
      </p:sp>
    </p:spTree>
    <p:extLst>
      <p:ext uri="{BB962C8B-B14F-4D97-AF65-F5344CB8AC3E}">
        <p14:creationId xmlns:p14="http://schemas.microsoft.com/office/powerpoint/2010/main" val="28059029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>
                <a:latin typeface="Calibri"/>
                <a:ea typeface="Calibri"/>
                <a:cs typeface="Calibri"/>
              </a:rPr>
              <a:t>Danny</a:t>
            </a:r>
          </a:p>
        </p:txBody>
      </p:sp>
    </p:spTree>
    <p:extLst>
      <p:ext uri="{BB962C8B-B14F-4D97-AF65-F5344CB8AC3E}">
        <p14:creationId xmlns:p14="http://schemas.microsoft.com/office/powerpoint/2010/main" val="10331519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>
                <a:latin typeface="Calibri"/>
                <a:ea typeface="Calibri"/>
                <a:cs typeface="Calibri"/>
              </a:rPr>
              <a:t>Danny</a:t>
            </a:r>
          </a:p>
        </p:txBody>
      </p:sp>
    </p:spTree>
    <p:extLst>
      <p:ext uri="{BB962C8B-B14F-4D97-AF65-F5344CB8AC3E}">
        <p14:creationId xmlns:p14="http://schemas.microsoft.com/office/powerpoint/2010/main" val="40150311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>
                <a:latin typeface="Calibri"/>
                <a:ea typeface="Calibri"/>
                <a:cs typeface="Calibri"/>
              </a:rPr>
              <a:t>Danny</a:t>
            </a:r>
          </a:p>
        </p:txBody>
      </p:sp>
    </p:spTree>
    <p:extLst>
      <p:ext uri="{BB962C8B-B14F-4D97-AF65-F5344CB8AC3E}">
        <p14:creationId xmlns:p14="http://schemas.microsoft.com/office/powerpoint/2010/main" val="11385730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>
                <a:latin typeface="Calibri"/>
                <a:ea typeface="Calibri"/>
                <a:cs typeface="Calibri"/>
              </a:rPr>
              <a:t>Dylan</a:t>
            </a:r>
          </a:p>
        </p:txBody>
      </p:sp>
    </p:spTree>
    <p:extLst>
      <p:ext uri="{BB962C8B-B14F-4D97-AF65-F5344CB8AC3E}">
        <p14:creationId xmlns:p14="http://schemas.microsoft.com/office/powerpoint/2010/main" val="32783036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>
                <a:latin typeface="Calibri"/>
                <a:ea typeface="Calibri"/>
                <a:cs typeface="Calibri"/>
              </a:rPr>
              <a:t>Kalyani</a:t>
            </a:r>
          </a:p>
        </p:txBody>
      </p:sp>
    </p:spTree>
    <p:extLst>
      <p:ext uri="{BB962C8B-B14F-4D97-AF65-F5344CB8AC3E}">
        <p14:creationId xmlns:p14="http://schemas.microsoft.com/office/powerpoint/2010/main" val="14639177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>
                <a:latin typeface="Calibri"/>
                <a:ea typeface="Calibri"/>
                <a:cs typeface="Calibri"/>
              </a:rPr>
              <a:t>Danny</a:t>
            </a:r>
          </a:p>
        </p:txBody>
      </p:sp>
    </p:spTree>
    <p:extLst>
      <p:ext uri="{BB962C8B-B14F-4D97-AF65-F5344CB8AC3E}">
        <p14:creationId xmlns:p14="http://schemas.microsoft.com/office/powerpoint/2010/main" val="21965168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>
                <a:latin typeface="Calibri"/>
                <a:ea typeface="Calibri"/>
                <a:cs typeface="Calibri"/>
              </a:rPr>
              <a:t>Danny</a:t>
            </a:r>
          </a:p>
        </p:txBody>
      </p:sp>
    </p:spTree>
    <p:extLst>
      <p:ext uri="{BB962C8B-B14F-4D97-AF65-F5344CB8AC3E}">
        <p14:creationId xmlns:p14="http://schemas.microsoft.com/office/powerpoint/2010/main" val="177574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>
                <a:latin typeface="Calibri"/>
                <a:ea typeface="Calibri"/>
                <a:cs typeface="Calibri"/>
              </a:rPr>
              <a:t>Dylan</a:t>
            </a:r>
          </a:p>
        </p:txBody>
      </p:sp>
    </p:spTree>
    <p:extLst>
      <p:ext uri="{BB962C8B-B14F-4D97-AF65-F5344CB8AC3E}">
        <p14:creationId xmlns:p14="http://schemas.microsoft.com/office/powerpoint/2010/main" val="8481163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>
                <a:latin typeface="Calibri"/>
                <a:ea typeface="Calibri"/>
                <a:cs typeface="Calibri"/>
              </a:rPr>
              <a:t>Dylan</a:t>
            </a:r>
          </a:p>
        </p:txBody>
      </p:sp>
    </p:spTree>
    <p:extLst>
      <p:ext uri="{BB962C8B-B14F-4D97-AF65-F5344CB8AC3E}">
        <p14:creationId xmlns:p14="http://schemas.microsoft.com/office/powerpoint/2010/main" val="24672538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>
                <a:latin typeface="Calibri"/>
                <a:ea typeface="Calibri"/>
                <a:cs typeface="Calibri"/>
              </a:rPr>
              <a:t>Kalyani</a:t>
            </a:r>
          </a:p>
        </p:txBody>
      </p:sp>
    </p:spTree>
    <p:extLst>
      <p:ext uri="{BB962C8B-B14F-4D97-AF65-F5344CB8AC3E}">
        <p14:creationId xmlns:p14="http://schemas.microsoft.com/office/powerpoint/2010/main" val="35151310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>
                <a:latin typeface="Calibri"/>
                <a:ea typeface="Calibri"/>
                <a:cs typeface="Calibri"/>
              </a:rPr>
              <a:t>Kalyani</a:t>
            </a:r>
          </a:p>
        </p:txBody>
      </p:sp>
    </p:spTree>
    <p:extLst>
      <p:ext uri="{BB962C8B-B14F-4D97-AF65-F5344CB8AC3E}">
        <p14:creationId xmlns:p14="http://schemas.microsoft.com/office/powerpoint/2010/main" val="33004529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>
                <a:latin typeface="Calibri"/>
                <a:ea typeface="Calibri"/>
                <a:cs typeface="Calibri"/>
              </a:rPr>
              <a:t>Kalyani</a:t>
            </a:r>
          </a:p>
        </p:txBody>
      </p:sp>
    </p:spTree>
    <p:extLst>
      <p:ext uri="{BB962C8B-B14F-4D97-AF65-F5344CB8AC3E}">
        <p14:creationId xmlns:p14="http://schemas.microsoft.com/office/powerpoint/2010/main" val="16067124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>
                <a:latin typeface="Calibri"/>
                <a:ea typeface="Calibri"/>
                <a:cs typeface="Calibri"/>
              </a:rPr>
              <a:t>Kalyani</a:t>
            </a:r>
          </a:p>
        </p:txBody>
      </p:sp>
    </p:spTree>
    <p:extLst>
      <p:ext uri="{BB962C8B-B14F-4D97-AF65-F5344CB8AC3E}">
        <p14:creationId xmlns:p14="http://schemas.microsoft.com/office/powerpoint/2010/main" val="3290242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gif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bpb-us-w2.wpmucdn.com/sites.udel.edu/dist/d/12003/files/2025/02/DuPont.pdf" TargetMode="External"/><Relationship Id="rId2" Type="http://schemas.openxmlformats.org/officeDocument/2006/relationships/hyperlink" Target="https://github.com/NRT-hackathon/2024-DuPont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depth-first.com/articles/2021/06/30/writing-aromatic-smiles/" TargetMode="Externa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58.png"/><Relationship Id="rId7" Type="http://schemas.openxmlformats.org/officeDocument/2006/relationships/image" Target="../media/image51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1.png"/><Relationship Id="rId11" Type="http://schemas.openxmlformats.org/officeDocument/2006/relationships/image" Target="../media/image55.png"/><Relationship Id="rId5" Type="http://schemas.openxmlformats.org/officeDocument/2006/relationships/image" Target="../media/image60.png"/><Relationship Id="rId10" Type="http://schemas.openxmlformats.org/officeDocument/2006/relationships/image" Target="../media/image54.png"/><Relationship Id="rId4" Type="http://schemas.openxmlformats.org/officeDocument/2006/relationships/image" Target="../media/image59.png"/><Relationship Id="rId9" Type="http://schemas.openxmlformats.org/officeDocument/2006/relationships/image" Target="../media/image5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443999"/>
            <a:ext cx="8520600" cy="231139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n">
                <a:latin typeface="Roboto"/>
                <a:ea typeface="Roboto"/>
                <a:cs typeface="Roboto"/>
              </a:rPr>
              <a:t>Modeling Heat Stabilizer Performance​ for Polymer Formulations</a:t>
            </a:r>
            <a:endParaRPr lang="en-US">
              <a:latin typeface="Roboto"/>
              <a:ea typeface="Roboto"/>
              <a:cs typeface="Roboto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675" y="4393200"/>
            <a:ext cx="2503250" cy="5412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987600" y="2796317"/>
            <a:ext cx="7168800" cy="7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18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By: Kalyani Jaywant </a:t>
            </a:r>
            <a:r>
              <a:rPr lang="en" sz="1800" err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Khandait</a:t>
            </a:r>
            <a:r>
              <a:rPr lang="en" sz="18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, Daniyar </a:t>
            </a:r>
            <a:r>
              <a:rPr lang="en" sz="1800" err="1">
                <a:solidFill>
                  <a:schemeClr val="tx1"/>
                </a:solidFill>
                <a:ea typeface="Roboto"/>
              </a:rPr>
              <a:t>Abykhanov</a:t>
            </a:r>
            <a:r>
              <a:rPr lang="en" sz="1800">
                <a:solidFill>
                  <a:schemeClr val="tx1"/>
                </a:solidFill>
                <a:ea typeface="Roboto"/>
              </a:rPr>
              <a:t>, Dylan Trott</a:t>
            </a:r>
            <a:endParaRPr lang="en" sz="1800">
              <a:solidFill>
                <a:schemeClr val="tx1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4">
            <a:alphaModFix/>
          </a:blip>
          <a:srcRect l="12008" t="17898" r="21827" b="44938"/>
          <a:stretch/>
        </p:blipFill>
        <p:spPr>
          <a:xfrm>
            <a:off x="3786075" y="3163580"/>
            <a:ext cx="5046226" cy="1891754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4120350" y="4707600"/>
            <a:ext cx="5472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434343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55143F-3837-37F9-E36B-13A9EE11E5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354265" y="7392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">
                <a:latin typeface="Roboto"/>
                <a:ea typeface="Roboto"/>
                <a:cs typeface="Roboto"/>
                <a:sym typeface="Georgia"/>
              </a:rPr>
              <a:t>About Our Project</a:t>
            </a:r>
            <a:endParaRPr lang="en-US">
              <a:latin typeface="Roboto"/>
              <a:ea typeface="Roboto"/>
              <a:cs typeface="Roboto"/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356127" y="1015038"/>
            <a:ext cx="4214457" cy="284393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0050" indent="-285750">
              <a:buClr>
                <a:srgbClr val="000000"/>
              </a:buClr>
            </a:pPr>
            <a:r>
              <a:rPr lang="en" sz="1600">
                <a:solidFill>
                  <a:srgbClr val="000000"/>
                </a:solidFill>
                <a:latin typeface="Roboto"/>
                <a:ea typeface="Roboto"/>
                <a:cs typeface="Roboto"/>
                <a:sym typeface="Georgia"/>
              </a:rPr>
              <a:t>Arkema is a large-scale industrial chemical manufacturer</a:t>
            </a:r>
            <a:endParaRPr lang="en-US" sz="16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 marL="114300" indent="0">
              <a:lnSpc>
                <a:spcPct val="114999"/>
              </a:lnSpc>
              <a:buClr>
                <a:srgbClr val="000000"/>
              </a:buClr>
              <a:buNone/>
            </a:pPr>
            <a:endParaRPr lang="en" sz="16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 marL="400050" indent="-285750">
              <a:buClr>
                <a:srgbClr val="000000"/>
              </a:buClr>
            </a:pPr>
            <a:r>
              <a:rPr lang="en" sz="1600">
                <a:solidFill>
                  <a:srgbClr val="000000"/>
                </a:solidFill>
                <a:latin typeface="Roboto"/>
                <a:ea typeface="Roboto"/>
                <a:cs typeface="Roboto"/>
                <a:sym typeface="Georgia"/>
              </a:rPr>
              <a:t>Our project is working with their </a:t>
            </a:r>
            <a:r>
              <a:rPr lang="en" sz="1600" b="1" err="1">
                <a:solidFill>
                  <a:srgbClr val="000000"/>
                </a:solidFill>
                <a:latin typeface="Roboto"/>
                <a:ea typeface="Roboto"/>
                <a:cs typeface="Roboto"/>
                <a:sym typeface="Georgia"/>
              </a:rPr>
              <a:t>thiochemicals</a:t>
            </a:r>
            <a:r>
              <a:rPr lang="en" sz="1600" b="1">
                <a:solidFill>
                  <a:srgbClr val="000000"/>
                </a:solidFill>
                <a:latin typeface="Roboto"/>
                <a:ea typeface="Roboto"/>
                <a:cs typeface="Roboto"/>
                <a:sym typeface="Georgia"/>
              </a:rPr>
              <a:t> </a:t>
            </a:r>
            <a:r>
              <a:rPr lang="en" sz="1600">
                <a:solidFill>
                  <a:srgbClr val="000000"/>
                </a:solidFill>
                <a:latin typeface="Roboto"/>
                <a:ea typeface="Roboto"/>
                <a:cs typeface="Roboto"/>
                <a:sym typeface="Georgia"/>
              </a:rPr>
              <a:t>department, which specializes in sulfur-based compounds </a:t>
            </a:r>
            <a:endParaRPr lang="en" sz="16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 marL="400050" indent="-285750">
              <a:lnSpc>
                <a:spcPct val="114999"/>
              </a:lnSpc>
              <a:buClr>
                <a:srgbClr val="000000"/>
              </a:buClr>
            </a:pPr>
            <a:endParaRPr lang="en" sz="16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 marL="400050" indent="-285750">
              <a:lnSpc>
                <a:spcPct val="114999"/>
              </a:lnSpc>
              <a:buClr>
                <a:srgbClr val="000000"/>
              </a:buClr>
            </a:pPr>
            <a:r>
              <a:rPr lang="en-US" sz="16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Arkema makes a variety of products such as odorizers for gases, chemicals to improve fertilizer, and additives to animal feed</a:t>
            </a:r>
            <a:endParaRPr lang="en" sz="16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 marL="596900" lvl="1" indent="0">
              <a:lnSpc>
                <a:spcPct val="114999"/>
              </a:lnSpc>
              <a:buClr>
                <a:srgbClr val="000000"/>
              </a:buClr>
              <a:buNone/>
            </a:pPr>
            <a:endParaRPr lang="en" sz="16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F7A18D-A4AB-A130-BE16-A7AAAEE65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220" y="3133279"/>
            <a:ext cx="3655444" cy="12377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852684-4B75-7121-B0CD-3D2FFB9207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1223" y="1713040"/>
            <a:ext cx="3655443" cy="11854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F0A093-1DAF-17A8-E43C-B8709374AF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9605" y="196657"/>
            <a:ext cx="3658679" cy="1236094"/>
          </a:xfrm>
          <a:prstGeom prst="rect">
            <a:avLst/>
          </a:prstGeom>
        </p:spPr>
      </p:pic>
      <p:pic>
        <p:nvPicPr>
          <p:cNvPr id="7" name="Google Shape;55;p13">
            <a:extLst>
              <a:ext uri="{FF2B5EF4-FFF2-40B4-BE49-F238E27FC236}">
                <a16:creationId xmlns:a16="http://schemas.microsoft.com/office/drawing/2014/main" id="{451EA08A-7E2F-0574-BB02-BEDB23E476D7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2530" y="4441399"/>
            <a:ext cx="2503250" cy="5412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66B101-81E6-0927-2EB5-B482D4FA08FF}"/>
              </a:ext>
            </a:extLst>
          </p:cNvPr>
          <p:cNvSpPr txBox="1"/>
          <p:nvPr/>
        </p:nvSpPr>
        <p:spPr>
          <a:xfrm>
            <a:off x="5357812" y="4772025"/>
            <a:ext cx="45720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>
                <a:latin typeface="Roboto"/>
                <a:ea typeface="Roboto"/>
                <a:cs typeface="Roboto"/>
              </a:rPr>
              <a:t>Image Source: https://www.arkema.com/global/en/products/product-families/</a:t>
            </a:r>
          </a:p>
          <a:p>
            <a:pPr algn="ctr"/>
            <a:endParaRPr lang="en-US" sz="800">
              <a:latin typeface="Roboto"/>
              <a:ea typeface="Roboto"/>
              <a:cs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C0BABC-7A24-4C2A-72DD-A7FED02BDD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0DAB6-3587-97AE-B095-8A0F1944A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10751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Problem Statement</a:t>
            </a:r>
          </a:p>
        </p:txBody>
      </p:sp>
      <p:sp>
        <p:nvSpPr>
          <p:cNvPr id="4" name="Google Shape;71;p15">
            <a:extLst>
              <a:ext uri="{FF2B5EF4-FFF2-40B4-BE49-F238E27FC236}">
                <a16:creationId xmlns:a16="http://schemas.microsoft.com/office/drawing/2014/main" id="{0637378E-21B3-17E0-14CA-C81B0D5372AC}"/>
              </a:ext>
            </a:extLst>
          </p:cNvPr>
          <p:cNvSpPr txBox="1">
            <a:spLocks noGrp="1"/>
          </p:cNvSpPr>
          <p:nvPr/>
        </p:nvSpPr>
        <p:spPr>
          <a:xfrm>
            <a:off x="251972" y="732638"/>
            <a:ext cx="4718758" cy="299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" sz="1600" b="1">
                <a:solidFill>
                  <a:srgbClr val="2A2A68"/>
                </a:solidFill>
                <a:latin typeface="Roboto"/>
                <a:ea typeface="Roboto"/>
                <a:cs typeface="Roboto"/>
                <a:sym typeface="Georgia"/>
              </a:rPr>
              <a:t>Problem to address: </a:t>
            </a:r>
            <a:endParaRPr lang="en-US" sz="16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" sz="1600">
                <a:solidFill>
                  <a:srgbClr val="000000"/>
                </a:solidFill>
                <a:latin typeface="Roboto"/>
                <a:ea typeface="Roboto"/>
                <a:cs typeface="Roboto"/>
                <a:sym typeface="Georgia"/>
              </a:rPr>
              <a:t>Polymers react spontaneously with oxygen at higher temperatures, creating destructive peroxyl radicals</a:t>
            </a:r>
            <a:endParaRPr lang="en-US" sz="16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" sz="1600" b="1">
                <a:solidFill>
                  <a:srgbClr val="2A2A68"/>
                </a:solidFill>
                <a:latin typeface="Roboto"/>
                <a:ea typeface="Roboto"/>
                <a:cs typeface="Roboto"/>
                <a:sym typeface="Georgia"/>
              </a:rPr>
              <a:t>To prevent oxygen degradation:</a:t>
            </a:r>
            <a:endParaRPr sz="1600" b="1">
              <a:solidFill>
                <a:srgbClr val="2A2A68"/>
              </a:solidFill>
              <a:latin typeface="Roboto"/>
              <a:ea typeface="Roboto"/>
              <a:cs typeface="Roboto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" sz="1600">
                <a:solidFill>
                  <a:srgbClr val="000000"/>
                </a:solidFill>
                <a:latin typeface="Roboto"/>
                <a:ea typeface="Roboto"/>
                <a:cs typeface="Roboto"/>
                <a:sym typeface="Georgia"/>
              </a:rPr>
              <a:t>Use a radical scavenger to ‘quench’ the radicals before they degrade the product</a:t>
            </a:r>
            <a:endParaRPr lang="en" sz="16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" sz="16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The effectiveness of a radical scavenger depends on the kinetic rate constant </a:t>
            </a:r>
            <a:r>
              <a:rPr lang="en" sz="1600" b="1" i="1">
                <a:solidFill>
                  <a:srgbClr val="000000"/>
                </a:solidFill>
                <a:latin typeface="Roboto"/>
                <a:ea typeface="Roboto"/>
                <a:cs typeface="Roboto"/>
              </a:rPr>
              <a:t>k</a:t>
            </a:r>
            <a:r>
              <a:rPr lang="en" sz="16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</a:t>
            </a:r>
          </a:p>
        </p:txBody>
      </p:sp>
      <p:grpSp>
        <p:nvGrpSpPr>
          <p:cNvPr id="11" name="Google Shape;72;p15">
            <a:extLst>
              <a:ext uri="{FF2B5EF4-FFF2-40B4-BE49-F238E27FC236}">
                <a16:creationId xmlns:a16="http://schemas.microsoft.com/office/drawing/2014/main" id="{973312AD-D506-3D43-A208-D1E2ABADF56C}"/>
              </a:ext>
            </a:extLst>
          </p:cNvPr>
          <p:cNvGrpSpPr/>
          <p:nvPr/>
        </p:nvGrpSpPr>
        <p:grpSpPr>
          <a:xfrm>
            <a:off x="5464324" y="630655"/>
            <a:ext cx="3314700" cy="2853175"/>
            <a:chOff x="5546950" y="1174613"/>
            <a:chExt cx="3314700" cy="2853175"/>
          </a:xfrm>
        </p:grpSpPr>
        <p:pic>
          <p:nvPicPr>
            <p:cNvPr id="14" name="Google Shape;73;p15">
              <a:extLst>
                <a:ext uri="{FF2B5EF4-FFF2-40B4-BE49-F238E27FC236}">
                  <a16:creationId xmlns:a16="http://schemas.microsoft.com/office/drawing/2014/main" id="{07938362-A01C-10AA-18AB-C5A930C8E0FF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b="11902"/>
            <a:stretch/>
          </p:blipFill>
          <p:spPr>
            <a:xfrm>
              <a:off x="5546950" y="1174613"/>
              <a:ext cx="3314700" cy="2853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74;p15">
              <a:extLst>
                <a:ext uri="{FF2B5EF4-FFF2-40B4-BE49-F238E27FC236}">
                  <a16:creationId xmlns:a16="http://schemas.microsoft.com/office/drawing/2014/main" id="{20B2C3E2-D2FA-7989-F06A-20FFCC5771FE}"/>
                </a:ext>
              </a:extLst>
            </p:cNvPr>
            <p:cNvSpPr/>
            <p:nvPr/>
          </p:nvSpPr>
          <p:spPr>
            <a:xfrm>
              <a:off x="5910275" y="3920088"/>
              <a:ext cx="2584800" cy="107700"/>
            </a:xfrm>
            <a:prstGeom prst="rect">
              <a:avLst/>
            </a:prstGeom>
            <a:solidFill>
              <a:srgbClr val="9CD3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75;p15">
            <a:extLst>
              <a:ext uri="{FF2B5EF4-FFF2-40B4-BE49-F238E27FC236}">
                <a16:creationId xmlns:a16="http://schemas.microsoft.com/office/drawing/2014/main" id="{469EB1C0-7A23-EB01-EE96-83D38B04E17A}"/>
              </a:ext>
            </a:extLst>
          </p:cNvPr>
          <p:cNvSpPr txBox="1"/>
          <p:nvPr/>
        </p:nvSpPr>
        <p:spPr>
          <a:xfrm>
            <a:off x="6341254" y="3725364"/>
            <a:ext cx="1960200" cy="6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Image generated using Google Gemini</a:t>
            </a:r>
            <a:endParaRPr sz="1300" i="1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81C2305A-1F4D-B0A1-A3FB-9FD906EEE9E1}"/>
              </a:ext>
            </a:extLst>
          </p:cNvPr>
          <p:cNvSpPr/>
          <p:nvPr/>
        </p:nvSpPr>
        <p:spPr>
          <a:xfrm>
            <a:off x="140502" y="2317761"/>
            <a:ext cx="500062" cy="428624"/>
          </a:xfrm>
          <a:prstGeom prst="star5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C49A62-5A55-15E4-6E4C-80EFBEBD9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02" y="3672516"/>
            <a:ext cx="4886325" cy="6191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4964B3-2D03-8065-6FC6-A695302F7D4B}"/>
              </a:ext>
            </a:extLst>
          </p:cNvPr>
          <p:cNvSpPr txBox="1"/>
          <p:nvPr/>
        </p:nvSpPr>
        <p:spPr>
          <a:xfrm>
            <a:off x="564608" y="4289670"/>
            <a:ext cx="453685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Roboto"/>
                <a:ea typeface="Roboto"/>
                <a:cs typeface="Roboto"/>
              </a:rPr>
              <a:t>Common antioxidant reaction pathway (X = S, O, N): Hydrogen Atom Transfer (HAT)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97612-CC83-8879-CE63-361816C60C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245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CCB0C55-A8B9-831B-5C2D-B2F31B500B0F}"/>
              </a:ext>
            </a:extLst>
          </p:cNvPr>
          <p:cNvSpPr/>
          <p:nvPr/>
        </p:nvSpPr>
        <p:spPr>
          <a:xfrm>
            <a:off x="2252926" y="3183499"/>
            <a:ext cx="4660509" cy="1368441"/>
          </a:xfrm>
          <a:prstGeom prst="roundRect">
            <a:avLst/>
          </a:prstGeom>
          <a:solidFill>
            <a:srgbClr val="FFEAB8">
              <a:alpha val="82000"/>
            </a:srgb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13D8AD9-8C9E-9623-66E0-70AFE47663ED}"/>
              </a:ext>
            </a:extLst>
          </p:cNvPr>
          <p:cNvSpPr/>
          <p:nvPr/>
        </p:nvSpPr>
        <p:spPr>
          <a:xfrm>
            <a:off x="4901126" y="862528"/>
            <a:ext cx="4081155" cy="1940432"/>
          </a:xfrm>
          <a:prstGeom prst="roundRect">
            <a:avLst/>
          </a:prstGeom>
          <a:solidFill>
            <a:srgbClr val="91ED9F">
              <a:alpha val="76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339B9F-79E7-EA7F-1461-50D336946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738" y="78402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Project Goal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9756FC9-0894-DE39-748A-43A4C1C39300}"/>
              </a:ext>
            </a:extLst>
          </p:cNvPr>
          <p:cNvSpPr/>
          <p:nvPr/>
        </p:nvSpPr>
        <p:spPr>
          <a:xfrm>
            <a:off x="270509" y="862525"/>
            <a:ext cx="4074356" cy="19385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4472C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8E3896-C7CF-0525-2DA1-1C6F2ABDE63E}"/>
              </a:ext>
            </a:extLst>
          </p:cNvPr>
          <p:cNvSpPr txBox="1"/>
          <p:nvPr/>
        </p:nvSpPr>
        <p:spPr>
          <a:xfrm>
            <a:off x="465029" y="1017584"/>
            <a:ext cx="3671679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latin typeface="Roboto"/>
                <a:ea typeface="Roboto"/>
                <a:cs typeface="Roboto"/>
              </a:rPr>
              <a:t>Project goal:</a:t>
            </a:r>
            <a:r>
              <a:rPr lang="en-US" sz="2000">
                <a:latin typeface="Roboto"/>
                <a:ea typeface="Roboto"/>
                <a:cs typeface="Roboto"/>
              </a:rPr>
              <a:t> Develop a model correlating experimental k values with material properties to inform Arkema's future antioxidant design</a:t>
            </a:r>
            <a:endParaRPr lang="en-US" sz="2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ED4AA5-D8EB-3419-2C56-15E0DCA83EF0}"/>
              </a:ext>
            </a:extLst>
          </p:cNvPr>
          <p:cNvSpPr txBox="1"/>
          <p:nvPr/>
        </p:nvSpPr>
        <p:spPr>
          <a:xfrm>
            <a:off x="5176664" y="1090555"/>
            <a:ext cx="3537284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latin typeface="Roboto"/>
                <a:ea typeface="Roboto"/>
                <a:cs typeface="Roboto"/>
              </a:rPr>
              <a:t>Changes in approach:</a:t>
            </a:r>
            <a:r>
              <a:rPr lang="en-US" sz="2000">
                <a:latin typeface="Roboto"/>
                <a:ea typeface="Roboto"/>
                <a:cs typeface="Roboto"/>
              </a:rPr>
              <a:t> No major changes. Our computational approach has remained consistent.</a:t>
            </a:r>
            <a:endParaRPr lang="en-US"/>
          </a:p>
          <a:p>
            <a:pPr marL="285750" indent="-285750">
              <a:buChar char="•"/>
            </a:pPr>
            <a:endParaRPr lang="en-US" sz="2000" b="1">
              <a:latin typeface="Roboto"/>
              <a:ea typeface="Roboto"/>
              <a:cs typeface="Robot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A72292-CCD7-F8A1-ECB0-2826962FC786}"/>
              </a:ext>
            </a:extLst>
          </p:cNvPr>
          <p:cNvSpPr txBox="1"/>
          <p:nvPr/>
        </p:nvSpPr>
        <p:spPr>
          <a:xfrm>
            <a:off x="2395811" y="3347131"/>
            <a:ext cx="4572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Roboto"/>
              </a:rPr>
              <a:t>Unique Challenges</a:t>
            </a:r>
            <a:r>
              <a:rPr lang="en-US" sz="2000" b="1" i="0" u="none" strike="noStrike" baseline="0">
                <a:solidFill>
                  <a:srgbClr val="000000"/>
                </a:solidFill>
                <a:latin typeface="Roboto"/>
                <a:ea typeface="Arial"/>
                <a:cs typeface="Arial"/>
              </a:rPr>
              <a:t>:</a:t>
            </a:r>
            <a:r>
              <a:rPr lang="en-US" sz="2000" b="0" i="0" u="none" strike="noStrike" baseline="0">
                <a:solidFill>
                  <a:srgbClr val="000000"/>
                </a:solidFill>
                <a:latin typeface="Roboto"/>
                <a:ea typeface="Arial"/>
                <a:cs typeface="Arial"/>
              </a:rPr>
              <a:t> </a:t>
            </a:r>
            <a:r>
              <a:rPr lang="en-US" sz="2000" b="0" i="0">
                <a:solidFill>
                  <a:srgbClr val="000000"/>
                </a:solidFill>
                <a:latin typeface="Roboto"/>
                <a:ea typeface="Arial"/>
                <a:cs typeface="Arial"/>
              </a:rPr>
              <a:t>​</a:t>
            </a:r>
          </a:p>
          <a:p>
            <a:pPr marL="342900" indent="-342900">
              <a:buFont typeface="Calibri"/>
              <a:buChar char="-"/>
            </a:pPr>
            <a:r>
              <a:rPr lang="en-US" sz="2000">
                <a:latin typeface="Roboto"/>
              </a:rPr>
              <a:t>Finding a balance between coarse and fine clustering</a:t>
            </a:r>
            <a:endParaRPr lang="en-US" sz="2000" b="0" i="0">
              <a:solidFill>
                <a:srgbClr val="000000"/>
              </a:solidFill>
              <a:latin typeface="Roboto"/>
              <a:ea typeface="Arial"/>
              <a:cs typeface="Arial"/>
            </a:endParaRPr>
          </a:p>
          <a:p>
            <a:pPr algn="ctr"/>
            <a:endParaRPr lang="en-US" sz="120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4A327-659F-33B3-0313-015745FDC0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159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3AC81-AD9A-A712-8F4F-B21A3A3E9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544" y="-2535"/>
            <a:ext cx="8520600" cy="572700"/>
          </a:xfrm>
        </p:spPr>
        <p:txBody>
          <a:bodyPr/>
          <a:lstStyle/>
          <a:p>
            <a:r>
              <a:rPr lang="en-US" sz="2500">
                <a:latin typeface="Roboto"/>
                <a:ea typeface="Roboto"/>
                <a:cs typeface="Roboto"/>
              </a:rPr>
              <a:t>Experimental data for our project </a:t>
            </a:r>
          </a:p>
          <a:p>
            <a:pPr algn="ctr"/>
            <a:endParaRPr lang="en-US" sz="1400">
              <a:latin typeface="Roboto"/>
              <a:ea typeface="Roboto"/>
              <a:cs typeface="Roboto"/>
            </a:endParaRPr>
          </a:p>
          <a:p>
            <a:endParaRPr lang="en-US">
              <a:latin typeface="Roboto"/>
              <a:ea typeface="Roboto"/>
              <a:cs typeface="Roboto"/>
            </a:endParaRPr>
          </a:p>
        </p:txBody>
      </p:sp>
      <p:sp>
        <p:nvSpPr>
          <p:cNvPr id="5" name="TextBox 18">
            <a:extLst>
              <a:ext uri="{FF2B5EF4-FFF2-40B4-BE49-F238E27FC236}">
                <a16:creationId xmlns:a16="http://schemas.microsoft.com/office/drawing/2014/main" id="{8809C853-6508-EBB4-DF42-18353E057B2A}"/>
              </a:ext>
            </a:extLst>
          </p:cNvPr>
          <p:cNvSpPr txBox="1"/>
          <p:nvPr/>
        </p:nvSpPr>
        <p:spPr>
          <a:xfrm>
            <a:off x="205943" y="768294"/>
            <a:ext cx="6272603" cy="181588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b="1">
                <a:latin typeface="Roboto"/>
                <a:ea typeface="Roboto"/>
                <a:cs typeface="Roboto"/>
              </a:rPr>
              <a:t>Experimental Data</a:t>
            </a:r>
            <a:endParaRPr lang="en-US" sz="1600">
              <a:latin typeface="Roboto"/>
              <a:ea typeface="Roboto"/>
              <a:cs typeface="Roboto"/>
            </a:endParaRPr>
          </a:p>
          <a:p>
            <a:pPr marL="228600" indent="-228600">
              <a:buFont typeface=""/>
              <a:buChar char="•"/>
            </a:pPr>
            <a:r>
              <a:rPr lang="en-US" sz="1600">
                <a:latin typeface="Roboto"/>
                <a:ea typeface="Roboto"/>
                <a:cs typeface="Roboto"/>
              </a:rPr>
              <a:t>Data extracted from experimental papers on antioxidant reactivity</a:t>
            </a:r>
          </a:p>
          <a:p>
            <a:pPr marL="228600" indent="-228600">
              <a:buFont typeface=""/>
              <a:buChar char="•"/>
            </a:pPr>
            <a:r>
              <a:rPr lang="en-US" sz="1600">
                <a:latin typeface="Roboto"/>
                <a:ea typeface="Roboto"/>
                <a:cs typeface="Roboto"/>
              </a:rPr>
              <a:t>Gives us </a:t>
            </a:r>
            <a:r>
              <a:rPr lang="en-US" sz="1600" b="1">
                <a:latin typeface="Roboto"/>
                <a:ea typeface="Roboto"/>
                <a:cs typeface="Roboto"/>
              </a:rPr>
              <a:t>k values. </a:t>
            </a:r>
            <a:r>
              <a:rPr lang="en-US" sz="1600">
                <a:latin typeface="Roboto"/>
                <a:ea typeface="Roboto"/>
                <a:cs typeface="Roboto"/>
              </a:rPr>
              <a:t>Also tells us about enthalpy, activation energy</a:t>
            </a:r>
          </a:p>
          <a:p>
            <a:pPr marL="228600" indent="-228600">
              <a:buFont typeface=""/>
              <a:buChar char="•"/>
            </a:pPr>
            <a:r>
              <a:rPr lang="en-US" sz="1600">
                <a:latin typeface="Roboto"/>
                <a:ea typeface="Roboto"/>
                <a:cs typeface="Roboto"/>
              </a:rPr>
              <a:t>Details reactivity based on radical structure</a:t>
            </a:r>
          </a:p>
          <a:p>
            <a:pPr marL="685800" lvl="1" indent="-228600">
              <a:buFont typeface=""/>
              <a:buChar char="•"/>
            </a:pPr>
            <a:endParaRPr lang="en-US" sz="1600">
              <a:latin typeface="Roboto"/>
              <a:ea typeface="Roboto"/>
              <a:cs typeface="Roboto"/>
            </a:endParaRPr>
          </a:p>
          <a:p>
            <a:pPr algn="ctr"/>
            <a:endParaRPr lang="en-US" sz="1600">
              <a:latin typeface="Roboto"/>
              <a:ea typeface="Roboto"/>
              <a:cs typeface="Roboto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E0D8DC-DC63-DC78-EE5B-03F203EC84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" t="100" r="7311" b="63387"/>
          <a:stretch>
            <a:fillRect/>
          </a:stretch>
        </p:blipFill>
        <p:spPr>
          <a:xfrm>
            <a:off x="819353" y="2329453"/>
            <a:ext cx="7595206" cy="1878623"/>
          </a:xfrm>
          <a:prstGeom prst="rect">
            <a:avLst/>
          </a:prstGeom>
        </p:spPr>
      </p:pic>
      <p:sp>
        <p:nvSpPr>
          <p:cNvPr id="7" name="TextBox 13">
            <a:extLst>
              <a:ext uri="{FF2B5EF4-FFF2-40B4-BE49-F238E27FC236}">
                <a16:creationId xmlns:a16="http://schemas.microsoft.com/office/drawing/2014/main" id="{6E69895F-9A0D-BE95-7033-2E1E74D8300B}"/>
              </a:ext>
            </a:extLst>
          </p:cNvPr>
          <p:cNvSpPr txBox="1"/>
          <p:nvPr/>
        </p:nvSpPr>
        <p:spPr>
          <a:xfrm>
            <a:off x="875359" y="4284133"/>
            <a:ext cx="5287023" cy="30777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i="1"/>
              <a:t>Our data set with over 1500 rows of experimental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EA9160-621C-B486-E9F4-5DABEF27764F}"/>
              </a:ext>
            </a:extLst>
          </p:cNvPr>
          <p:cNvSpPr txBox="1"/>
          <p:nvPr/>
        </p:nvSpPr>
        <p:spPr>
          <a:xfrm>
            <a:off x="6374068" y="136422"/>
            <a:ext cx="276532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>
                <a:latin typeface="Roboto"/>
                <a:ea typeface="Roboto"/>
                <a:cs typeface="Roboto"/>
              </a:rPr>
              <a:t>Experimental Data Sources: </a:t>
            </a:r>
          </a:p>
          <a:p>
            <a:pPr marL="285750" indent="-285750">
              <a:buFont typeface="Calibri"/>
              <a:buChar char="-"/>
            </a:pPr>
            <a:r>
              <a:rPr lang="en-US" sz="900">
                <a:latin typeface="Roboto"/>
                <a:ea typeface="Roboto"/>
                <a:cs typeface="Roboto"/>
              </a:rPr>
              <a:t>Handbook of Antioxidants: Bond Dissociation Energies, Rate Constants, Activation Energies, and Enthalpies of Reactions (1st ed.). E. Denisov. CRC Press. (1995)</a:t>
            </a:r>
          </a:p>
          <a:p>
            <a:pPr marL="285750" indent="-285750">
              <a:buFont typeface="Calibri"/>
              <a:buChar char="-"/>
            </a:pPr>
            <a:r>
              <a:rPr lang="en-US" sz="900" i="1">
                <a:latin typeface="Roboto"/>
                <a:ea typeface="Roboto"/>
                <a:cs typeface="Roboto"/>
              </a:rPr>
              <a:t>Rate constants for reactions of peroxyl radicals in fluid solutions </a:t>
            </a:r>
            <a:r>
              <a:rPr lang="en-US" sz="900">
                <a:latin typeface="Roboto"/>
                <a:ea typeface="Roboto"/>
                <a:cs typeface="Roboto"/>
              </a:rPr>
              <a:t>by Neta et al. Journal of Physical and Chemical Reference Data 19, 413 (1990)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A39AD1-C432-919A-0D45-7BF6763A2F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906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27807-C6D6-8AEA-BE1A-202D8D4D6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406" y="180406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Molecular substructure data for our project</a:t>
            </a:r>
          </a:p>
        </p:txBody>
      </p:sp>
      <p:sp>
        <p:nvSpPr>
          <p:cNvPr id="10" name="TextBox 17">
            <a:extLst>
              <a:ext uri="{FF2B5EF4-FFF2-40B4-BE49-F238E27FC236}">
                <a16:creationId xmlns:a16="http://schemas.microsoft.com/office/drawing/2014/main" id="{FE0D0D2C-0B04-1FBB-D251-8E252D5D41B7}"/>
              </a:ext>
            </a:extLst>
          </p:cNvPr>
          <p:cNvSpPr txBox="1"/>
          <p:nvPr/>
        </p:nvSpPr>
        <p:spPr>
          <a:xfrm>
            <a:off x="318426" y="991567"/>
            <a:ext cx="5245125" cy="181588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b="1">
                <a:latin typeface="Roboto"/>
                <a:ea typeface="Roboto"/>
                <a:cs typeface="Roboto"/>
              </a:rPr>
              <a:t>Morgan Fingerprints:</a:t>
            </a:r>
            <a:endParaRPr lang="en-US" sz="1600"/>
          </a:p>
          <a:p>
            <a:endParaRPr lang="en-US" sz="1600" b="1">
              <a:latin typeface="Roboto"/>
              <a:ea typeface="Roboto"/>
              <a:cs typeface="Roboto"/>
            </a:endParaRPr>
          </a:p>
          <a:p>
            <a:pPr marL="228600" indent="-228600">
              <a:buFont typeface=""/>
              <a:buChar char="•"/>
            </a:pPr>
            <a:r>
              <a:rPr lang="en-US" sz="1600">
                <a:latin typeface="Roboto"/>
                <a:ea typeface="Roboto"/>
                <a:cs typeface="Roboto"/>
              </a:rPr>
              <a:t>Generates topographical encodings of molecular structure</a:t>
            </a:r>
          </a:p>
          <a:p>
            <a:pPr marL="228600" indent="-228600">
              <a:buFont typeface=""/>
              <a:buChar char="•"/>
            </a:pPr>
            <a:r>
              <a:rPr lang="en-US" sz="1600">
                <a:latin typeface="Roboto"/>
                <a:ea typeface="Roboto"/>
                <a:cs typeface="Roboto"/>
              </a:rPr>
              <a:t>Correlates similarities between structures</a:t>
            </a:r>
          </a:p>
          <a:p>
            <a:pPr marL="228600" indent="-228600">
              <a:buFont typeface=""/>
              <a:buChar char="•"/>
            </a:pPr>
            <a:r>
              <a:rPr lang="en-US" sz="1600">
                <a:latin typeface="Roboto"/>
                <a:ea typeface="Roboto"/>
                <a:cs typeface="Roboto"/>
              </a:rPr>
              <a:t>Based on bit vectors </a:t>
            </a:r>
            <a:r>
              <a:rPr lang="en-US" sz="1600">
                <a:ea typeface="Roboto"/>
              </a:rPr>
              <a:t>→ </a:t>
            </a:r>
            <a:r>
              <a:rPr lang="en-US" sz="1600" i="1">
                <a:ea typeface="Roboto"/>
              </a:rPr>
              <a:t>not interpretable</a:t>
            </a:r>
            <a:endParaRPr lang="en-US" sz="1600" i="1">
              <a:latin typeface="Roboto"/>
              <a:ea typeface="Roboto"/>
              <a:cs typeface="Roboto"/>
            </a:endParaRPr>
          </a:p>
          <a:p>
            <a:pPr algn="ctr"/>
            <a:endParaRPr lang="en-US" sz="1600">
              <a:latin typeface="Roboto"/>
              <a:ea typeface="Roboto"/>
              <a:cs typeface="Roboto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164F623-ED1F-A051-419B-6918E19F7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837" y="1103793"/>
            <a:ext cx="3391685" cy="2548889"/>
          </a:xfrm>
          <a:prstGeom prst="rect">
            <a:avLst/>
          </a:prstGeom>
        </p:spPr>
      </p:pic>
      <p:sp>
        <p:nvSpPr>
          <p:cNvPr id="11" name="TextBox 17">
            <a:extLst>
              <a:ext uri="{FF2B5EF4-FFF2-40B4-BE49-F238E27FC236}">
                <a16:creationId xmlns:a16="http://schemas.microsoft.com/office/drawing/2014/main" id="{127C2DBA-C48C-5CF2-8ABA-79A770280598}"/>
              </a:ext>
            </a:extLst>
          </p:cNvPr>
          <p:cNvSpPr txBox="1"/>
          <p:nvPr/>
        </p:nvSpPr>
        <p:spPr>
          <a:xfrm>
            <a:off x="318425" y="2810534"/>
            <a:ext cx="5241255" cy="232297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b="1">
                <a:latin typeface="Roboto"/>
                <a:ea typeface="Roboto"/>
                <a:cs typeface="Roboto"/>
              </a:rPr>
              <a:t>Bert / </a:t>
            </a:r>
            <a:r>
              <a:rPr lang="en-US" sz="1600" b="1" err="1">
                <a:latin typeface="Roboto"/>
                <a:ea typeface="Roboto"/>
                <a:cs typeface="Roboto"/>
              </a:rPr>
              <a:t>RdKit</a:t>
            </a:r>
            <a:r>
              <a:rPr lang="en-US" sz="1600" b="1">
                <a:latin typeface="Roboto"/>
                <a:ea typeface="Roboto"/>
                <a:cs typeface="Roboto"/>
              </a:rPr>
              <a:t> Descriptors:</a:t>
            </a:r>
            <a:endParaRPr lang="en-US" sz="1600" b="1">
              <a:highlight>
                <a:srgbClr val="FFFF00"/>
              </a:highlight>
              <a:latin typeface="Roboto"/>
              <a:ea typeface="Roboto"/>
              <a:cs typeface="Roboto"/>
            </a:endParaRPr>
          </a:p>
          <a:p>
            <a:endParaRPr lang="en-US" sz="1600" b="1">
              <a:latin typeface="Roboto"/>
              <a:ea typeface="Roboto"/>
              <a:cs typeface="Roboto"/>
            </a:endParaRPr>
          </a:p>
          <a:p>
            <a:pPr marL="228600" indent="-228600">
              <a:buFont typeface=""/>
              <a:buChar char="•"/>
            </a:pPr>
            <a:r>
              <a:rPr lang="en-US" sz="1600">
                <a:latin typeface="Roboto"/>
                <a:ea typeface="Roboto"/>
                <a:cs typeface="Roboto"/>
              </a:rPr>
              <a:t>Encodes chemical information such as molecular weight, hydrophobicity, # of H-bond donors</a:t>
            </a:r>
          </a:p>
          <a:p>
            <a:pPr marL="228600" indent="-228600">
              <a:buFont typeface=""/>
              <a:buChar char="•"/>
            </a:pPr>
            <a:r>
              <a:rPr lang="en-US" sz="1600">
                <a:latin typeface="Roboto"/>
                <a:ea typeface="Roboto"/>
                <a:cs typeface="Roboto"/>
              </a:rPr>
              <a:t>Describes structure-property relationships</a:t>
            </a:r>
          </a:p>
          <a:p>
            <a:pPr marL="228600" indent="-228600">
              <a:buFont typeface=""/>
              <a:buChar char="•"/>
            </a:pPr>
            <a:r>
              <a:rPr lang="en-US" sz="1600" i="1">
                <a:latin typeface="Roboto"/>
                <a:ea typeface="Roboto"/>
                <a:cs typeface="Roboto"/>
              </a:rPr>
              <a:t>Interpretable</a:t>
            </a:r>
          </a:p>
          <a:p>
            <a:pPr marL="228600" indent="-228600">
              <a:buFont typeface=""/>
              <a:buChar char="•"/>
            </a:pPr>
            <a:endParaRPr lang="en-US" sz="1600">
              <a:latin typeface="Roboto"/>
              <a:ea typeface="Roboto"/>
              <a:cs typeface="Roboto"/>
            </a:endParaRPr>
          </a:p>
          <a:p>
            <a:pPr marL="228600" indent="-228600">
              <a:buFont typeface=""/>
              <a:buChar char="•"/>
            </a:pPr>
            <a:endParaRPr lang="en-US" sz="1600">
              <a:latin typeface="Roboto"/>
              <a:ea typeface="Roboto"/>
              <a:cs typeface="Roboto"/>
            </a:endParaRPr>
          </a:p>
          <a:p>
            <a:pPr algn="ctr"/>
            <a:endParaRPr lang="en-US" sz="1600">
              <a:latin typeface="Roboto"/>
              <a:ea typeface="Roboto"/>
              <a:cs typeface="Robo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6B5DF2-6663-C112-CD7C-9E5ADF533721}"/>
              </a:ext>
            </a:extLst>
          </p:cNvPr>
          <p:cNvSpPr txBox="1"/>
          <p:nvPr/>
        </p:nvSpPr>
        <p:spPr>
          <a:xfrm>
            <a:off x="6053504" y="3733800"/>
            <a:ext cx="244823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i="1"/>
              <a:t>Example output from our data 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44876-D84D-AC2B-E3D4-525A7CF635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292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FACEF-7DFD-366E-664B-E37CC31B4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24183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err="1"/>
              <a:t>WorkFlow</a:t>
            </a:r>
            <a:r>
              <a:rPr lang="en-US"/>
              <a:t> for our Clustering</a:t>
            </a:r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C5CA150C-8C95-7BC9-82D0-4AA87077F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83" y="694887"/>
            <a:ext cx="7446476" cy="417244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4D1B62-5430-DFD7-4B9C-8DAF481885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51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A167D-5D8B-4581-813A-BABD41FF9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54262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/>
              <a:t>SALI (Structure-Activity Landscape Index) Plots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757747-FE5F-6DA1-57D7-30F40C46C8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625" r="54802" b="-518"/>
          <a:stretch>
            <a:fillRect/>
          </a:stretch>
        </p:blipFill>
        <p:spPr>
          <a:xfrm>
            <a:off x="7057504" y="779827"/>
            <a:ext cx="1599908" cy="19663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CD80C8-1D0D-A5FD-E044-D09DBB8BA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9034" y="2600413"/>
            <a:ext cx="1647363" cy="19160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EDE753B-6141-EECF-B8B2-CA4C81B2F7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156" t="212"/>
          <a:stretch>
            <a:fillRect/>
          </a:stretch>
        </p:blipFill>
        <p:spPr>
          <a:xfrm>
            <a:off x="5468161" y="793983"/>
            <a:ext cx="1410388" cy="19399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137F04-1293-45A9-D503-9C188DA7AA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089" y="848700"/>
            <a:ext cx="4360600" cy="34105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313C7-BAE1-75AA-BCBF-130FB75F8E0E}"/>
              </a:ext>
            </a:extLst>
          </p:cNvPr>
          <p:cNvSpPr txBox="1"/>
          <p:nvPr/>
        </p:nvSpPr>
        <p:spPr>
          <a:xfrm>
            <a:off x="1675886" y="4263822"/>
            <a:ext cx="2815305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i="1"/>
              <a:t>"How similar is the molecular structure"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C55E9E-21FE-9A84-C04C-8DC6F8B01809}"/>
              </a:ext>
            </a:extLst>
          </p:cNvPr>
          <p:cNvSpPr txBox="1"/>
          <p:nvPr/>
        </p:nvSpPr>
        <p:spPr>
          <a:xfrm>
            <a:off x="-2387" y="2060411"/>
            <a:ext cx="1104184" cy="5770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i="1"/>
              <a:t>"How different is their radical reactivity"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963E572-698B-AF70-5F49-EC4928028939}"/>
              </a:ext>
            </a:extLst>
          </p:cNvPr>
          <p:cNvSpPr/>
          <p:nvPr/>
        </p:nvSpPr>
        <p:spPr>
          <a:xfrm>
            <a:off x="6942599" y="2597811"/>
            <a:ext cx="1939839" cy="196610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4472C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D12B9C-39A1-6014-7A84-277B12D99C36}"/>
              </a:ext>
            </a:extLst>
          </p:cNvPr>
          <p:cNvSpPr txBox="1"/>
          <p:nvPr/>
        </p:nvSpPr>
        <p:spPr>
          <a:xfrm>
            <a:off x="6971865" y="3145345"/>
            <a:ext cx="188143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>
                <a:latin typeface="Roboto"/>
                <a:ea typeface="Roboto"/>
                <a:cs typeface="Roboto"/>
              </a:rPr>
              <a:t>Some molecular insights are apparent, such as the addition of –OH bonds to a benzene ring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9177DB-5613-50B0-6233-D666D8C148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719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CFD42-CB55-840C-C629-7FDE1D027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165" y="145327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/>
              <a:t>Impact of –OH bond position on antioxidant reactivity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8D9E77-6A0E-75F3-7D2C-226FDAA09A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089" r="33886" b="281"/>
          <a:stretch>
            <a:fillRect/>
          </a:stretch>
        </p:blipFill>
        <p:spPr>
          <a:xfrm>
            <a:off x="4757399" y="715691"/>
            <a:ext cx="2184804" cy="19966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CDB9A8-6119-3111-6397-024587E6A0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6303" y="2652655"/>
            <a:ext cx="2000250" cy="23526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86917D-3C56-09A7-4022-56735041A0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2158" y="2665762"/>
            <a:ext cx="2209800" cy="23431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6C09B4-C38A-CED3-AA0A-F493BF9C3896}"/>
              </a:ext>
            </a:extLst>
          </p:cNvPr>
          <p:cNvSpPr txBox="1"/>
          <p:nvPr/>
        </p:nvSpPr>
        <p:spPr>
          <a:xfrm>
            <a:off x="437598" y="1408375"/>
            <a:ext cx="1851832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/>
              <a:t>More –OH bonds do </a:t>
            </a:r>
            <a:r>
              <a:rPr lang="en-US" b="1"/>
              <a:t>not necessarily</a:t>
            </a:r>
            <a:r>
              <a:rPr lang="en-US"/>
              <a:t> lead to greater radical scavenging</a:t>
            </a:r>
          </a:p>
          <a:p>
            <a:endParaRPr lang="en-US"/>
          </a:p>
          <a:p>
            <a:pPr marL="285750" indent="-285750">
              <a:buChar char="•"/>
            </a:pPr>
            <a:r>
              <a:rPr lang="en-US"/>
              <a:t>OH bond reactivity depends on electron donating ability of adjacent groups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6F119E-DB82-5CB6-E50F-C5E656CEF1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616" r="148" b="587"/>
          <a:stretch>
            <a:fillRect/>
          </a:stretch>
        </p:blipFill>
        <p:spPr>
          <a:xfrm>
            <a:off x="2521141" y="633063"/>
            <a:ext cx="2322778" cy="19905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D5584C-4406-201C-0748-73C2F44B04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7061" b="107"/>
          <a:stretch>
            <a:fillRect/>
          </a:stretch>
        </p:blipFill>
        <p:spPr>
          <a:xfrm>
            <a:off x="6937620" y="713358"/>
            <a:ext cx="2054724" cy="2000119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C243508-8AE6-BC5C-46D4-B1291AC963F6}"/>
              </a:ext>
            </a:extLst>
          </p:cNvPr>
          <p:cNvSpPr/>
          <p:nvPr/>
        </p:nvSpPr>
        <p:spPr>
          <a:xfrm>
            <a:off x="3868242" y="786384"/>
            <a:ext cx="891945" cy="148132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638C85A-2DAB-106A-91CB-9F5BF5005C3C}"/>
              </a:ext>
            </a:extLst>
          </p:cNvPr>
          <p:cNvSpPr/>
          <p:nvPr/>
        </p:nvSpPr>
        <p:spPr>
          <a:xfrm>
            <a:off x="6050958" y="786384"/>
            <a:ext cx="891945" cy="148132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272FC4F-580B-6093-C458-9F3326630F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141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B236E-FCAD-71CD-1D95-B7948ACDB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4084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/>
              <a:t>Model Workflow</a:t>
            </a:r>
          </a:p>
        </p:txBody>
      </p:sp>
      <p:pic>
        <p:nvPicPr>
          <p:cNvPr id="4" name="Picture 3" descr="A diagram of a graph&#10;&#10;AI-generated content may be incorrect.">
            <a:extLst>
              <a:ext uri="{FF2B5EF4-FFF2-40B4-BE49-F238E27FC236}">
                <a16:creationId xmlns:a16="http://schemas.microsoft.com/office/drawing/2014/main" id="{140D3043-DF09-68A0-FEDD-737D6ADB7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19" y="780435"/>
            <a:ext cx="7268220" cy="409882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7FCB68-3139-8702-8AF5-855A604F5F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135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75E9-2CE9-237B-D257-10269ED63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464" y="78653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/>
              <a:t>Reactivity of antioxidants depending on radical type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005B1-59F3-FBDC-1638-AABFB5763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75778" y="1864154"/>
            <a:ext cx="3156522" cy="17019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>
                <a:solidFill>
                  <a:schemeClr val="tx1"/>
                </a:solidFill>
                <a:latin typeface="Roboto"/>
                <a:ea typeface="Roboto"/>
                <a:cs typeface="Roboto"/>
              </a:rPr>
              <a:t>Tertiary RO2* has a longer life time but less reactivity due to increased stability from side groups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5A8CE8-FF15-C206-ABA5-C5C3177AD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05" y="1163053"/>
            <a:ext cx="4885438" cy="340894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921679-F759-ED0E-6D60-D06CA0FBA1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11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70185E-6ACD-8088-CC81-214C3B0F8D91}"/>
              </a:ext>
            </a:extLst>
          </p:cNvPr>
          <p:cNvSpPr txBox="1"/>
          <p:nvPr/>
        </p:nvSpPr>
        <p:spPr>
          <a:xfrm>
            <a:off x="5675198" y="1788364"/>
            <a:ext cx="3077902" cy="15743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schemeClr val="tx1"/>
              </a:solidFill>
              <a:latin typeface="Roboto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70117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02003-1E96-E45E-D9EB-8948785AD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921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/>
              <a:t>Model selection based on radical type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276536-014D-6772-277B-1ADAC55BD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6" y="2141539"/>
            <a:ext cx="4545431" cy="25827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007EE8-48AE-963D-F101-5FAD34DBD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9387" y="2202103"/>
            <a:ext cx="4299786" cy="246396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9094C3-1795-70AD-3ECC-BBF4F8850B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12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ACE738-DEED-E7BB-6A8C-E69ACB3C266F}"/>
              </a:ext>
            </a:extLst>
          </p:cNvPr>
          <p:cNvSpPr txBox="1"/>
          <p:nvPr/>
        </p:nvSpPr>
        <p:spPr>
          <a:xfrm>
            <a:off x="1399730" y="708896"/>
            <a:ext cx="6352442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0" i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S</a:t>
            </a:r>
            <a:r>
              <a:rPr lang="en-US" i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VD64_BERT+rest+OHE combines compressed structural embeddings (BERT→SVD64) with complementary physicochemical (</a:t>
            </a:r>
            <a:r>
              <a:rPr lang="en-US" i="0" err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CalcDesc</a:t>
            </a:r>
            <a:r>
              <a:rPr lang="en-US" i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), electronic (QM) and mechanistic (OHE Radical) descriptors, achieving the best balance between expressiveness and generalization (mean CV RMSE = 1.162).</a:t>
            </a:r>
            <a:endParaRPr lang="en-US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5715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BE47B-8C61-5103-8A77-9C39D7090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78402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/>
              <a:t>Predicting radical reactivity based on radical type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04FF5A-FF16-7F56-58D9-E721426EB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6809" y="2755142"/>
            <a:ext cx="3876495" cy="12289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5607CF-66B4-E88E-EE74-7B2E25393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215" y="1883488"/>
            <a:ext cx="4423194" cy="297503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063D13-32F4-C286-53FE-C548606538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13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4EFF8E-6924-5D86-FF4D-B418279D0498}"/>
              </a:ext>
            </a:extLst>
          </p:cNvPr>
          <p:cNvSpPr txBox="1"/>
          <p:nvPr/>
        </p:nvSpPr>
        <p:spPr>
          <a:xfrm>
            <a:off x="1388947" y="784377"/>
            <a:ext cx="6352442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Roboto"/>
                <a:ea typeface="Roboto"/>
                <a:cs typeface="Roboto"/>
              </a:rPr>
              <a:t>One global SVR model (SVD64_BERT+rest+OHE, Test R²=0.88) evaluated separately per radical group. The model generalizes consistently across all three radical types with R² &gt; 0.83, confirming that encoding radical type as an OHE input feature is sufficient without training separate models per group.</a:t>
            </a:r>
            <a:endParaRPr lang="ru-RU">
              <a:solidFill>
                <a:schemeClr val="tx1"/>
              </a:solidFill>
              <a:latin typeface="Roboto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902072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F11F0-FB81-5B16-DA3F-664EEC61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921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/>
              <a:t>Modeling based on radical type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1ADC06-9334-7FFE-B618-59A42900B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115" y="572852"/>
            <a:ext cx="4020950" cy="3100250"/>
          </a:xfrm>
          <a:prstGeom prst="rect">
            <a:avLst/>
          </a:prstGeom>
        </p:spPr>
      </p:pic>
      <p:pic>
        <p:nvPicPr>
          <p:cNvPr id="5" name="Picture 4" descr="A group of numbers on a table&#10;&#10;AI-generated content may be incorrect.">
            <a:extLst>
              <a:ext uri="{FF2B5EF4-FFF2-40B4-BE49-F238E27FC236}">
                <a16:creationId xmlns:a16="http://schemas.microsoft.com/office/drawing/2014/main" id="{A8FA2FEF-50A9-BE18-DA89-B94E28BC5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819" y="3697886"/>
            <a:ext cx="7632291" cy="122890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94BDDF3-E639-7155-227B-142F2157AA5D}"/>
              </a:ext>
            </a:extLst>
          </p:cNvPr>
          <p:cNvSpPr/>
          <p:nvPr/>
        </p:nvSpPr>
        <p:spPr>
          <a:xfrm>
            <a:off x="6785394" y="4065916"/>
            <a:ext cx="904874" cy="8762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4A512D-6A57-B87D-7ABB-EB0EFA30A751}"/>
              </a:ext>
            </a:extLst>
          </p:cNvPr>
          <p:cNvSpPr txBox="1"/>
          <p:nvPr/>
        </p:nvSpPr>
        <p:spPr>
          <a:xfrm>
            <a:off x="7731756" y="3273074"/>
            <a:ext cx="1287013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Roboto"/>
                <a:ea typeface="Roboto"/>
                <a:cs typeface="Roboto"/>
              </a:rPr>
              <a:t>Individual models performed worse due to low sample size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0467EAB-3ED4-B8F0-C331-06771EBBC0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14</a:t>
            </a:fld>
            <a:endParaRPr lang="en-US"/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4FA894E6-E993-505F-E3C9-9F8D6D3F0C5B}"/>
              </a:ext>
            </a:extLst>
          </p:cNvPr>
          <p:cNvSpPr txBox="1"/>
          <p:nvPr/>
        </p:nvSpPr>
        <p:spPr>
          <a:xfrm>
            <a:off x="5805608" y="849037"/>
            <a:ext cx="2445488" cy="20313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US" sz="1800">
                <a:latin typeface="Roboto"/>
                <a:ea typeface="Roboto"/>
                <a:cs typeface="Roboto"/>
              </a:rPr>
              <a:t>To predict reactivity of different of radicals types, we employed a global model and individual models to see which would perform best</a:t>
            </a:r>
            <a:endParaRPr lang="en-US"/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4FA894E6-E993-505F-E3C9-9F8D6D3F0C5B}"/>
              </a:ext>
            </a:extLst>
          </p:cNvPr>
          <p:cNvSpPr txBox="1"/>
          <p:nvPr/>
        </p:nvSpPr>
        <p:spPr>
          <a:xfrm>
            <a:off x="5805608" y="849037"/>
            <a:ext cx="2445488" cy="20313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US" sz="1800">
                <a:latin typeface="Roboto"/>
                <a:ea typeface="Roboto"/>
                <a:cs typeface="Roboto"/>
              </a:rPr>
              <a:t>To predict reactivity of different of radicals types, we employed a global model and individual models to see which would perform best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508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37750-BF99-7DC6-D968-EF361AE80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351" y="6762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/>
              <a:t>Impact of molecular features on antioxidant performance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3DF4AF-F9D1-9291-2B8C-DE5B36F834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315" t="38387"/>
          <a:stretch>
            <a:fillRect/>
          </a:stretch>
        </p:blipFill>
        <p:spPr>
          <a:xfrm>
            <a:off x="1522362" y="1604604"/>
            <a:ext cx="4142406" cy="20598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EABA8AE-53F6-2610-D6C3-C015FA1B2B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378" r="69420"/>
          <a:stretch>
            <a:fillRect/>
          </a:stretch>
        </p:blipFill>
        <p:spPr>
          <a:xfrm>
            <a:off x="19926" y="1604299"/>
            <a:ext cx="2274811" cy="20601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3B29DD-9BF2-3F55-E68C-DF75D926325F}"/>
              </a:ext>
            </a:extLst>
          </p:cNvPr>
          <p:cNvSpPr txBox="1"/>
          <p:nvPr/>
        </p:nvSpPr>
        <p:spPr>
          <a:xfrm>
            <a:off x="5947863" y="1280670"/>
            <a:ext cx="2967737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>
                <a:latin typeface="Roboto"/>
                <a:ea typeface="Roboto"/>
                <a:cs typeface="Roboto"/>
              </a:rPr>
              <a:t>Our model found that the following features most influenced antioxidant reactivity:</a:t>
            </a:r>
          </a:p>
          <a:p>
            <a:pPr algn="ctr"/>
            <a:r>
              <a:rPr lang="en-US" sz="1800">
                <a:latin typeface="Roboto"/>
                <a:ea typeface="Roboto"/>
                <a:cs typeface="Roboto"/>
              </a:rPr>
              <a:t>HOMO (highest occupied molecular orbital), minimum partial charge, fraction of sp3 carbons, and fraction of N/O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155D61-4A53-2701-DC39-92AFAA1FF4C9}"/>
              </a:ext>
            </a:extLst>
          </p:cNvPr>
          <p:cNvSpPr txBox="1"/>
          <p:nvPr/>
        </p:nvSpPr>
        <p:spPr>
          <a:xfrm>
            <a:off x="1317434" y="4422542"/>
            <a:ext cx="217967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Red = high feature value</a:t>
            </a:r>
          </a:p>
          <a:p>
            <a:r>
              <a:rPr lang="en-US"/>
              <a:t>Blue = low feature value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49021E1-13BD-A89E-BBAD-9768653A2B4D}"/>
              </a:ext>
            </a:extLst>
          </p:cNvPr>
          <p:cNvSpPr/>
          <p:nvPr/>
        </p:nvSpPr>
        <p:spPr>
          <a:xfrm>
            <a:off x="3647267" y="4419432"/>
            <a:ext cx="925032" cy="520995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1E19009-D26B-01C0-B34B-53BDDE144A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300" r="-745" b="81267"/>
          <a:stretch>
            <a:fillRect/>
          </a:stretch>
        </p:blipFill>
        <p:spPr>
          <a:xfrm>
            <a:off x="1402531" y="976985"/>
            <a:ext cx="4273275" cy="6262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FED1EE8-85BC-F31B-1C50-3D1FBEBC51CD}"/>
              </a:ext>
            </a:extLst>
          </p:cNvPr>
          <p:cNvSpPr txBox="1"/>
          <p:nvPr/>
        </p:nvSpPr>
        <p:spPr>
          <a:xfrm>
            <a:off x="4737823" y="4315176"/>
            <a:ext cx="2468630" cy="7324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Lower amount of sp3 carbons results in greater reactivity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F1E327-BA4B-93E8-C53E-A457429EFE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020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0698F-EF02-FBBA-EF5E-64BA89B01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75D29-C2DD-1F89-FCD2-400CB0239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30" y="334934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/>
              <a:t>Cluster ID Split for the Model </a:t>
            </a:r>
          </a:p>
        </p:txBody>
      </p:sp>
      <p:pic>
        <p:nvPicPr>
          <p:cNvPr id="8" name="Picture 7" descr="A table with text and numbers&#10;&#10;AI-generated content may be incorrect.">
            <a:extLst>
              <a:ext uri="{FF2B5EF4-FFF2-40B4-BE49-F238E27FC236}">
                <a16:creationId xmlns:a16="http://schemas.microsoft.com/office/drawing/2014/main" id="{D9F605DF-DC00-1A11-F0F0-137F88E98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537" y="1121844"/>
            <a:ext cx="8302925" cy="31801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0F6EE2-4C33-66E2-ACB2-C39E5E467D31}"/>
              </a:ext>
            </a:extLst>
          </p:cNvPr>
          <p:cNvSpPr txBox="1"/>
          <p:nvPr/>
        </p:nvSpPr>
        <p:spPr>
          <a:xfrm>
            <a:off x="420538" y="4394080"/>
            <a:ext cx="844310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latin typeface="Roboto"/>
                <a:ea typeface="Roboto"/>
                <a:cs typeface="Roboto"/>
              </a:rPr>
              <a:t>Followed same workflow, but now instead of type of radical it's on these 3 divisions 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B056C7-5D47-94F6-98C1-C1455A122A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4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F265-5D2A-5050-7335-7D15EF370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948" y="803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/>
              <a:t>Comparison between model descriptions</a:t>
            </a: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30D1BD14-A258-C1D1-A672-A99C1F797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2786" y="556226"/>
            <a:ext cx="5025473" cy="410801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5FF3E-3A64-A167-FF90-E33E635459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17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37FCC3-E1CA-DBB9-B637-74218A92D619}"/>
              </a:ext>
            </a:extLst>
          </p:cNvPr>
          <p:cNvSpPr txBox="1"/>
          <p:nvPr/>
        </p:nvSpPr>
        <p:spPr>
          <a:xfrm>
            <a:off x="233610" y="1049479"/>
            <a:ext cx="3244269" cy="32932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 algn="ctr">
              <a:buChar char="•"/>
            </a:pPr>
            <a:r>
              <a:rPr lang="en-US" sz="1600" err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CalcDesc+QM</a:t>
            </a:r>
            <a:r>
              <a:rPr lang="en-US" sz="16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performed best for the cluster model because physicochemical descriptors (MW, </a:t>
            </a:r>
            <a:r>
              <a:rPr lang="en-US" sz="1600" err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LogP</a:t>
            </a:r>
            <a:r>
              <a:rPr lang="en-US" sz="16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, TPSA) capture structural diversity between clusters</a:t>
            </a:r>
            <a:endParaRPr lang="ru-RU" sz="16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marL="171450" indent="-171450" algn="ctr">
              <a:buChar char="•"/>
            </a:pPr>
            <a:r>
              <a:rPr lang="en-US" sz="16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QM features (HOMO/LUMO/Gap) add electronic reactivity. </a:t>
            </a:r>
            <a:endParaRPr lang="ru-RU" sz="16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marL="171450" indent="-171450" algn="ctr">
              <a:buChar char="•"/>
            </a:pPr>
            <a:r>
              <a:rPr lang="en-US" sz="16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BERT embeddings provided no additional benefit since clusters were already defined by molecular similarity.</a:t>
            </a:r>
            <a:endParaRPr lang="ru-RU" sz="1600">
              <a:solidFill>
                <a:schemeClr val="tx1"/>
              </a:solidFill>
              <a:latin typeface="Roboto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709283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941C0D-0B5C-0C0B-45F1-8017F0AA8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429" y="1361738"/>
            <a:ext cx="5444785" cy="24117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3E35BA-23E8-4986-146C-1F6908ADD509}"/>
              </a:ext>
            </a:extLst>
          </p:cNvPr>
          <p:cNvSpPr txBox="1"/>
          <p:nvPr/>
        </p:nvSpPr>
        <p:spPr>
          <a:xfrm>
            <a:off x="537310" y="1084771"/>
            <a:ext cx="2442649" cy="310854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Char char="•"/>
            </a:pPr>
            <a:r>
              <a:rPr lang="en-US"/>
              <a:t>Our model performs best on Clusters 2 and 3 (R² &gt; 0.81), where the global model outperforms dedicated per-cluster models. </a:t>
            </a:r>
            <a:endParaRPr lang="ru-RU">
              <a:cs typeface="Arial"/>
            </a:endParaRPr>
          </a:p>
          <a:p>
            <a:pPr marL="171450" indent="-171450">
              <a:buChar char="•"/>
            </a:pPr>
            <a:r>
              <a:rPr lang="en-US"/>
              <a:t>Cluster 1 is the most challenging (R²=0.53) due to limited training data (n=189) and higher structural variability - a dedicated SVR model provides a slight improvement (+0.047 R²).</a:t>
            </a:r>
            <a:endParaRPr lang="en-US">
              <a:cs typeface="Arial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2851798-88FD-4975-FA3C-7D49BEAFD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948" y="803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/>
              <a:t>Training results on cluster-based modeling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B8394-963C-8863-F994-2BD830867A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2398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8B718-5DAA-45D1-12DF-F693959DF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-253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/>
              <a:t>Predicting reactivity of commercial stabilizers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41103F-2EE8-986A-2509-0E2AB8846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378" y="978378"/>
            <a:ext cx="2822455" cy="8468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76CDDD-8A88-23BC-A465-5DD5DC4CC6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24" y="2059017"/>
            <a:ext cx="2079326" cy="10254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48A03F-6F37-002A-E713-F4C2118ED1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499" y="2935586"/>
            <a:ext cx="2682816" cy="8358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647411-1C48-4907-C300-7424020572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914" y="4013169"/>
            <a:ext cx="3204354" cy="9774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4DC4B6-4E08-F1E0-1505-DEAA0DADDC7C}"/>
              </a:ext>
            </a:extLst>
          </p:cNvPr>
          <p:cNvSpPr txBox="1"/>
          <p:nvPr/>
        </p:nvSpPr>
        <p:spPr>
          <a:xfrm>
            <a:off x="1435596" y="2924454"/>
            <a:ext cx="18288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latin typeface="Roboto"/>
                <a:ea typeface="Roboto"/>
                <a:cs typeface="Roboto"/>
              </a:rPr>
              <a:t>Tinuvin</a:t>
            </a:r>
            <a:r>
              <a:rPr lang="en-US">
                <a:latin typeface="Roboto"/>
                <a:ea typeface="Roboto"/>
                <a:cs typeface="Roboto"/>
              </a:rPr>
              <a:t> 770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2B3965-611E-B578-BFD6-49748FC3F313}"/>
              </a:ext>
            </a:extLst>
          </p:cNvPr>
          <p:cNvSpPr txBox="1"/>
          <p:nvPr/>
        </p:nvSpPr>
        <p:spPr>
          <a:xfrm>
            <a:off x="1435595" y="3851795"/>
            <a:ext cx="18288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latin typeface="Roboto"/>
                <a:ea typeface="Roboto"/>
                <a:cs typeface="Roboto"/>
              </a:rPr>
              <a:t>Tinuvin</a:t>
            </a:r>
            <a:r>
              <a:rPr lang="en-US">
                <a:latin typeface="Roboto"/>
                <a:ea typeface="Roboto"/>
                <a:cs typeface="Roboto"/>
              </a:rPr>
              <a:t> 123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03ED49-8444-1511-DD76-2B382F3473F8}"/>
              </a:ext>
            </a:extLst>
          </p:cNvPr>
          <p:cNvSpPr txBox="1"/>
          <p:nvPr/>
        </p:nvSpPr>
        <p:spPr>
          <a:xfrm>
            <a:off x="1435596" y="1900067"/>
            <a:ext cx="18288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latin typeface="Roboto"/>
                <a:ea typeface="Roboto"/>
                <a:cs typeface="Roboto"/>
              </a:rPr>
              <a:t>Tinuvin</a:t>
            </a:r>
            <a:r>
              <a:rPr lang="en-US">
                <a:latin typeface="Roboto"/>
                <a:ea typeface="Roboto"/>
                <a:cs typeface="Roboto"/>
              </a:rPr>
              <a:t> 326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7AF6E9-BD0D-3CEF-5ADE-DA1C859F89F4}"/>
              </a:ext>
            </a:extLst>
          </p:cNvPr>
          <p:cNvSpPr txBox="1"/>
          <p:nvPr/>
        </p:nvSpPr>
        <p:spPr>
          <a:xfrm>
            <a:off x="1435594" y="713935"/>
            <a:ext cx="18288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latin typeface="Roboto"/>
                <a:ea typeface="Roboto"/>
                <a:cs typeface="Roboto"/>
              </a:rPr>
              <a:t>Irganox</a:t>
            </a:r>
            <a:r>
              <a:rPr lang="en-US">
                <a:latin typeface="Roboto"/>
                <a:ea typeface="Roboto"/>
                <a:cs typeface="Roboto"/>
              </a:rPr>
              <a:t> 1098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1D0E05-F84A-2ECC-9146-FC0E577A8F24}"/>
              </a:ext>
            </a:extLst>
          </p:cNvPr>
          <p:cNvSpPr txBox="1"/>
          <p:nvPr/>
        </p:nvSpPr>
        <p:spPr>
          <a:xfrm>
            <a:off x="4497571" y="3987209"/>
            <a:ext cx="3912781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err="1"/>
              <a:t>Tinuvin</a:t>
            </a:r>
            <a:r>
              <a:rPr lang="en-US"/>
              <a:t> 123 and 770 performed one standard deviation above average for our data set. </a:t>
            </a:r>
            <a:r>
              <a:rPr lang="en-US" err="1"/>
              <a:t>Irganox</a:t>
            </a:r>
            <a:r>
              <a:rPr lang="en-US"/>
              <a:t> 1098 reactivity was less significant. </a:t>
            </a:r>
          </a:p>
        </p:txBody>
      </p:sp>
      <p:pic>
        <p:nvPicPr>
          <p:cNvPr id="4" name="Picture 3" descr="A comparison of different colored bars&#10;&#10;AI-generated content may be incorrect.">
            <a:extLst>
              <a:ext uri="{FF2B5EF4-FFF2-40B4-BE49-F238E27FC236}">
                <a16:creationId xmlns:a16="http://schemas.microsoft.com/office/drawing/2014/main" id="{C5E445AC-B909-3BD7-C7EF-69967AC8521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9206" r="50046" b="-276"/>
          <a:stretch>
            <a:fillRect/>
          </a:stretch>
        </p:blipFill>
        <p:spPr>
          <a:xfrm>
            <a:off x="4350774" y="684901"/>
            <a:ext cx="4567776" cy="310092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DC013C-1CFB-D174-97A7-0CD9AE23C0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280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6FF99-412F-15E2-8D48-C4275C65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10751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/>
              <a:t>Differences in reactivity due to molecular weight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D1FE5F-E806-90BF-821D-E310A46A8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259" y="1284888"/>
            <a:ext cx="3667125" cy="14954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58472A-C1DE-35D5-2106-29CC356B613C}"/>
              </a:ext>
            </a:extLst>
          </p:cNvPr>
          <p:cNvSpPr txBox="1"/>
          <p:nvPr/>
        </p:nvSpPr>
        <p:spPr>
          <a:xfrm>
            <a:off x="276446" y="3211033"/>
            <a:ext cx="3742660" cy="18819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9286D0-9776-AAFE-9B2C-8209015E4B59}"/>
              </a:ext>
            </a:extLst>
          </p:cNvPr>
          <p:cNvSpPr txBox="1"/>
          <p:nvPr/>
        </p:nvSpPr>
        <p:spPr>
          <a:xfrm>
            <a:off x="961922" y="3582720"/>
            <a:ext cx="2471167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err="1">
                <a:latin typeface="Roboto"/>
                <a:ea typeface="Roboto"/>
                <a:cs typeface="Roboto"/>
              </a:rPr>
              <a:t>Irganox</a:t>
            </a:r>
            <a:r>
              <a:rPr lang="en-US">
                <a:latin typeface="Roboto"/>
                <a:ea typeface="Roboto"/>
                <a:cs typeface="Roboto"/>
              </a:rPr>
              <a:t> 1098 and </a:t>
            </a:r>
            <a:r>
              <a:rPr lang="en-US" err="1">
                <a:latin typeface="Roboto"/>
                <a:ea typeface="Roboto"/>
                <a:cs typeface="Roboto"/>
              </a:rPr>
              <a:t>Tinuvin</a:t>
            </a:r>
            <a:r>
              <a:rPr lang="en-US">
                <a:latin typeface="Roboto"/>
                <a:ea typeface="Roboto"/>
                <a:cs typeface="Roboto"/>
              </a:rPr>
              <a:t> 326 placed into separate cluster due to having a larger molecular weight, which explains their differences in predicted reactivity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1AD40E9-FF2A-3776-EB72-7FE8A040E48C}"/>
              </a:ext>
            </a:extLst>
          </p:cNvPr>
          <p:cNvSpPr/>
          <p:nvPr/>
        </p:nvSpPr>
        <p:spPr>
          <a:xfrm>
            <a:off x="3733532" y="4020460"/>
            <a:ext cx="925032" cy="520995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D23B18-9F90-8705-D5E0-950D0C6D40E3}"/>
              </a:ext>
            </a:extLst>
          </p:cNvPr>
          <p:cNvSpPr txBox="1"/>
          <p:nvPr/>
        </p:nvSpPr>
        <p:spPr>
          <a:xfrm>
            <a:off x="4933506" y="3795823"/>
            <a:ext cx="2955851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We believe our model is less effective at predicting the reactivity of antioxidants with larger molecular weights due to the nature of our data set</a:t>
            </a:r>
          </a:p>
        </p:txBody>
      </p:sp>
      <p:pic>
        <p:nvPicPr>
          <p:cNvPr id="8" name="Picture 7" descr="A comparison of different colored bars&#10;&#10;AI-generated content may be incorrect.">
            <a:extLst>
              <a:ext uri="{FF2B5EF4-FFF2-40B4-BE49-F238E27FC236}">
                <a16:creationId xmlns:a16="http://schemas.microsoft.com/office/drawing/2014/main" id="{2288BE59-853A-68A1-A074-67130A9F2F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206" r="50046" b="-276"/>
          <a:stretch>
            <a:fillRect/>
          </a:stretch>
        </p:blipFill>
        <p:spPr>
          <a:xfrm>
            <a:off x="4350774" y="684901"/>
            <a:ext cx="4567776" cy="310092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A1F87B-F630-6BE4-39F3-83173E3913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4765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15778-CB41-9C57-50B1-147752C59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64288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/>
              <a:t>Model 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18BC4-04EB-9E4C-FE1E-5F7360CE1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861712"/>
            <a:ext cx="8520600" cy="3416400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  <a:latin typeface="Roboto"/>
                <a:ea typeface="Roboto"/>
                <a:cs typeface="Roboto"/>
              </a:rPr>
              <a:t>Due to limitations in the data set, our model didn't include features which are known to impact radical scavenging:</a:t>
            </a:r>
          </a:p>
          <a:p>
            <a:pPr lvl="1">
              <a:lnSpc>
                <a:spcPct val="114999"/>
              </a:lnSpc>
            </a:pPr>
            <a:r>
              <a:rPr lang="en-US">
                <a:solidFill>
                  <a:schemeClr val="tx1"/>
                </a:solidFill>
                <a:latin typeface="Roboto"/>
                <a:ea typeface="Roboto"/>
                <a:cs typeface="Roboto"/>
              </a:rPr>
              <a:t>pH</a:t>
            </a:r>
          </a:p>
          <a:p>
            <a:pPr lvl="1">
              <a:lnSpc>
                <a:spcPct val="114999"/>
              </a:lnSpc>
            </a:pPr>
            <a:r>
              <a:rPr lang="en-US">
                <a:solidFill>
                  <a:schemeClr val="tx1"/>
                </a:solidFill>
                <a:latin typeface="Roboto"/>
                <a:ea typeface="Roboto"/>
                <a:cs typeface="Roboto"/>
              </a:rPr>
              <a:t>Temperature</a:t>
            </a:r>
          </a:p>
          <a:p>
            <a:pPr lvl="1">
              <a:lnSpc>
                <a:spcPct val="114999"/>
              </a:lnSpc>
            </a:pPr>
            <a:r>
              <a:rPr lang="en-US">
                <a:solidFill>
                  <a:schemeClr val="tx1"/>
                </a:solidFill>
                <a:latin typeface="Roboto"/>
                <a:ea typeface="Roboto"/>
                <a:cs typeface="Roboto"/>
              </a:rPr>
              <a:t>Solvent</a:t>
            </a:r>
          </a:p>
          <a:p>
            <a:pPr>
              <a:lnSpc>
                <a:spcPct val="114999"/>
              </a:lnSpc>
            </a:pPr>
            <a:r>
              <a:rPr lang="en-US">
                <a:solidFill>
                  <a:schemeClr val="tx1"/>
                </a:solidFill>
                <a:latin typeface="Roboto"/>
                <a:ea typeface="Roboto"/>
                <a:cs typeface="Roboto"/>
              </a:rPr>
              <a:t>Not fine tuning the models</a:t>
            </a:r>
          </a:p>
          <a:p>
            <a:pPr>
              <a:lnSpc>
                <a:spcPct val="114999"/>
              </a:lnSpc>
              <a:buSzPts val="1400"/>
            </a:pPr>
            <a:r>
              <a:rPr lang="en-US">
                <a:solidFill>
                  <a:schemeClr val="tx1"/>
                </a:solidFill>
                <a:latin typeface="Roboto"/>
                <a:ea typeface="Roboto"/>
                <a:cs typeface="Roboto"/>
              </a:rPr>
              <a:t>Our data set had lower kinetic rate </a:t>
            </a:r>
            <a:r>
              <a:rPr lang="en-US" i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k </a:t>
            </a:r>
            <a:r>
              <a:rPr lang="en-US">
                <a:solidFill>
                  <a:schemeClr val="tx1"/>
                </a:solidFill>
                <a:latin typeface="Roboto"/>
                <a:ea typeface="Roboto"/>
                <a:cs typeface="Roboto"/>
              </a:rPr>
              <a:t>for larger molecular weight molecules, which led to lower predictions for molecules </a:t>
            </a:r>
            <a:r>
              <a:rPr lang="en-US" err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wi</a:t>
            </a:r>
            <a:r>
              <a:rPr lang="en-US">
                <a:solidFill>
                  <a:schemeClr val="tx1"/>
                </a:solidFill>
                <a:latin typeface="Roboto"/>
                <a:ea typeface="Roboto"/>
                <a:cs typeface="Roboto"/>
              </a:rPr>
              <a:t>th a large molecular weight</a:t>
            </a:r>
          </a:p>
          <a:p>
            <a:pPr lvl="1">
              <a:lnSpc>
                <a:spcPct val="114999"/>
              </a:lnSpc>
              <a:buSzPts val="1400"/>
            </a:pPr>
            <a:r>
              <a:rPr lang="en-US">
                <a:solidFill>
                  <a:schemeClr val="tx1"/>
                </a:solidFill>
                <a:latin typeface="Roboto"/>
                <a:ea typeface="Roboto"/>
                <a:cs typeface="Roboto"/>
              </a:rPr>
              <a:t>Does not provide one universal 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93336-99FD-B016-B73C-6DA80C0F01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9308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F8CC94E-44C2-1F7A-BEDE-336D8CB7FF87}"/>
              </a:ext>
            </a:extLst>
          </p:cNvPr>
          <p:cNvSpPr/>
          <p:nvPr/>
        </p:nvSpPr>
        <p:spPr>
          <a:xfrm>
            <a:off x="5037766" y="3140404"/>
            <a:ext cx="3643312" cy="1698625"/>
          </a:xfrm>
          <a:prstGeom prst="roundRect">
            <a:avLst/>
          </a:prstGeom>
          <a:solidFill>
            <a:srgbClr val="E683E4">
              <a:alpha val="76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E6F5117-D1AB-69A2-789C-150770DA8C1E}"/>
              </a:ext>
            </a:extLst>
          </p:cNvPr>
          <p:cNvSpPr/>
          <p:nvPr/>
        </p:nvSpPr>
        <p:spPr>
          <a:xfrm>
            <a:off x="522551" y="3048561"/>
            <a:ext cx="4192197" cy="1939941"/>
          </a:xfrm>
          <a:prstGeom prst="roundRect">
            <a:avLst/>
          </a:prstGeom>
          <a:solidFill>
            <a:srgbClr val="FFEAB8">
              <a:alpha val="82000"/>
            </a:srgb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E11848C-9098-845A-0DD6-0366F6FD3D02}"/>
              </a:ext>
            </a:extLst>
          </p:cNvPr>
          <p:cNvSpPr/>
          <p:nvPr/>
        </p:nvSpPr>
        <p:spPr>
          <a:xfrm>
            <a:off x="5199006" y="862528"/>
            <a:ext cx="3423392" cy="1994347"/>
          </a:xfrm>
          <a:prstGeom prst="roundRect">
            <a:avLst/>
          </a:prstGeom>
          <a:solidFill>
            <a:srgbClr val="91ED9F">
              <a:alpha val="76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EADD264-BFCF-B7F4-1BB8-D4883925B76E}"/>
              </a:ext>
            </a:extLst>
          </p:cNvPr>
          <p:cNvSpPr/>
          <p:nvPr/>
        </p:nvSpPr>
        <p:spPr>
          <a:xfrm>
            <a:off x="524509" y="862525"/>
            <a:ext cx="4074356" cy="19385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4472C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D34FE-FE25-BB18-C681-5F6EE913F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7926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Conclusions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1DEC7-0ADC-1D6F-4C65-98AD65918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97351" y="3192797"/>
            <a:ext cx="3216736" cy="1599760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ctr">
              <a:buNone/>
            </a:pPr>
            <a:r>
              <a:rPr lang="en-US" sz="16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-OH bonds positively contribute to antioxidant reactivity, unless they are positioned such that they reduce the electron density of nearby H-donors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4B424B-0A6C-398E-F06C-186194A15187}"/>
              </a:ext>
            </a:extLst>
          </p:cNvPr>
          <p:cNvSpPr txBox="1"/>
          <p:nvPr/>
        </p:nvSpPr>
        <p:spPr>
          <a:xfrm>
            <a:off x="618976" y="1052243"/>
            <a:ext cx="3852232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0" i="0" u="none" strike="noStrike" baseline="0">
                <a:solidFill>
                  <a:srgbClr val="000000"/>
                </a:solidFill>
                <a:latin typeface="Roboto"/>
              </a:rPr>
              <a:t>One </a:t>
            </a:r>
            <a:r>
              <a:rPr lang="en-US" sz="1600">
                <a:latin typeface="Roboto"/>
              </a:rPr>
              <a:t>model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Roboto"/>
              </a:rPr>
              <a:t> for </a:t>
            </a:r>
            <a:r>
              <a:rPr lang="en-US" sz="1600">
                <a:latin typeface="Roboto"/>
              </a:rPr>
              <a:t>radical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Roboto"/>
              </a:rPr>
              <a:t> </a:t>
            </a:r>
            <a:r>
              <a:rPr lang="en-US" sz="1600">
                <a:latin typeface="Roboto"/>
              </a:rPr>
              <a:t>type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Roboto"/>
              </a:rPr>
              <a:t> gives better results. For models compared based on molecular weight and aromatic Rings. One single model does not generalize as </a:t>
            </a:r>
            <a:r>
              <a:rPr lang="en-US" sz="1600">
                <a:latin typeface="Roboto"/>
              </a:rPr>
              <a:t>well on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Roboto"/>
              </a:rPr>
              <a:t> molecules with </a:t>
            </a:r>
            <a:r>
              <a:rPr lang="en-US" sz="1600">
                <a:latin typeface="Roboto"/>
              </a:rPr>
              <a:t>higher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Roboto"/>
              </a:rPr>
              <a:t> </a:t>
            </a:r>
            <a:r>
              <a:rPr lang="en-US" sz="1600">
                <a:latin typeface="Roboto"/>
              </a:rPr>
              <a:t>molecular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Roboto"/>
              </a:rPr>
              <a:t> weight. 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F5622E-C680-0E63-2A39-91CE4A935DE9}"/>
              </a:ext>
            </a:extLst>
          </p:cNvPr>
          <p:cNvSpPr txBox="1"/>
          <p:nvPr/>
        </p:nvSpPr>
        <p:spPr>
          <a:xfrm>
            <a:off x="5262563" y="1285875"/>
            <a:ext cx="3365500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0" i="0" u="none" strike="noStrike" baseline="0">
                <a:solidFill>
                  <a:srgbClr val="000000"/>
                </a:solidFill>
                <a:latin typeface="Roboto"/>
                <a:ea typeface="Segoe UI"/>
                <a:cs typeface="Segoe UI"/>
              </a:rPr>
              <a:t>We observed an </a:t>
            </a:r>
            <a:r>
              <a:rPr lang="en-US" sz="1600">
                <a:latin typeface="Roboto"/>
                <a:ea typeface="Segoe UI"/>
                <a:cs typeface="Segoe UI"/>
              </a:rPr>
              <a:t>R</a:t>
            </a:r>
            <a:r>
              <a:rPr lang="en-US" sz="1600" baseline="30000">
                <a:latin typeface="Roboto"/>
                <a:ea typeface="Segoe UI"/>
                <a:cs typeface="Segoe UI"/>
              </a:rPr>
              <a:t>2</a:t>
            </a:r>
            <a:r>
              <a:rPr lang="en-US" sz="1050" baseline="30000">
                <a:latin typeface="Roboto"/>
                <a:ea typeface="Segoe UI"/>
                <a:cs typeface="Segoe UI"/>
              </a:rPr>
              <a:t> </a:t>
            </a:r>
            <a:r>
              <a:rPr lang="en-US" sz="1600">
                <a:latin typeface="Roboto"/>
                <a:ea typeface="Segoe UI"/>
                <a:cs typeface="Segoe UI"/>
              </a:rPr>
              <a:t>correlation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Roboto"/>
                <a:ea typeface="Segoe UI"/>
                <a:cs typeface="Segoe UI"/>
              </a:rPr>
              <a:t> for RO2*</a:t>
            </a:r>
            <a:r>
              <a:rPr lang="en-US" sz="1600">
                <a:latin typeface="Roboto"/>
                <a:ea typeface="Segoe UI"/>
                <a:cs typeface="Segoe UI"/>
              </a:rPr>
              <a:t> radicals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Roboto"/>
                <a:ea typeface="Segoe UI"/>
                <a:cs typeface="Segoe UI"/>
              </a:rPr>
              <a:t> at 0.88, sec-RO2*</a:t>
            </a:r>
            <a:r>
              <a:rPr lang="en-US" sz="1600">
                <a:latin typeface="Roboto"/>
                <a:ea typeface="Segoe UI"/>
                <a:cs typeface="Segoe UI"/>
              </a:rPr>
              <a:t> 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Roboto"/>
                <a:ea typeface="Segoe UI"/>
                <a:cs typeface="Segoe UI"/>
              </a:rPr>
              <a:t>at 0.84, and tert-RO2* </a:t>
            </a:r>
            <a:r>
              <a:rPr lang="en-US" sz="1600">
                <a:latin typeface="Roboto"/>
                <a:ea typeface="Segoe UI"/>
                <a:cs typeface="Segoe UI"/>
              </a:rPr>
              <a:t>at 0.84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Roboto"/>
                <a:ea typeface="Segoe UI"/>
                <a:cs typeface="Segoe UI"/>
              </a:rPr>
              <a:t>.</a:t>
            </a:r>
            <a:endParaRPr lang="en-US"/>
          </a:p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92DC7F-7E42-6AE4-6087-9F24608C4ABF}"/>
              </a:ext>
            </a:extLst>
          </p:cNvPr>
          <p:cNvSpPr txBox="1"/>
          <p:nvPr/>
        </p:nvSpPr>
        <p:spPr>
          <a:xfrm>
            <a:off x="650875" y="2881313"/>
            <a:ext cx="3976688" cy="22775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US" sz="1600" b="0" i="0">
                <a:solidFill>
                  <a:srgbClr val="000000"/>
                </a:solidFill>
                <a:latin typeface="Roboto"/>
                <a:ea typeface="Segoe UI"/>
                <a:cs typeface="Segoe UI"/>
              </a:rPr>
              <a:t>​</a:t>
            </a:r>
          </a:p>
          <a:p>
            <a:pPr algn="ctr"/>
            <a:r>
              <a:rPr lang="en-US" sz="1600" b="0" i="0" u="none" strike="noStrike" baseline="0">
                <a:solidFill>
                  <a:srgbClr val="000000"/>
                </a:solidFill>
                <a:latin typeface="Roboto"/>
                <a:ea typeface="Segoe UI"/>
                <a:cs typeface="Segoe UI"/>
              </a:rPr>
              <a:t>Highest unoccupied orbital</a:t>
            </a:r>
            <a:r>
              <a:rPr lang="en-US" sz="1600">
                <a:latin typeface="Roboto"/>
                <a:ea typeface="Segoe UI"/>
                <a:cs typeface="Segoe UI"/>
              </a:rPr>
              <a:t> 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Roboto"/>
                <a:ea typeface="Segoe UI"/>
                <a:cs typeface="Segoe UI"/>
              </a:rPr>
              <a:t>(HOMO) level and </a:t>
            </a:r>
            <a:r>
              <a:rPr lang="en-US" sz="1600">
                <a:latin typeface="Roboto"/>
                <a:ea typeface="Segoe UI"/>
                <a:cs typeface="Segoe UI"/>
              </a:rPr>
              <a:t>fraction of 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Roboto"/>
                <a:ea typeface="Segoe UI"/>
                <a:cs typeface="Segoe UI"/>
              </a:rPr>
              <a:t>N and O were the </a:t>
            </a:r>
            <a:r>
              <a:rPr lang="en-US" sz="1600">
                <a:latin typeface="Roboto"/>
                <a:ea typeface="Segoe UI"/>
                <a:cs typeface="Segoe UI"/>
              </a:rPr>
              <a:t>most positively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Roboto"/>
                <a:ea typeface="Segoe UI"/>
                <a:cs typeface="Segoe UI"/>
              </a:rPr>
              <a:t> correlated, </a:t>
            </a:r>
            <a:r>
              <a:rPr lang="en-US" sz="1600">
                <a:latin typeface="Roboto"/>
                <a:ea typeface="Segoe UI"/>
                <a:cs typeface="Segoe UI"/>
              </a:rPr>
              <a:t>while a 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Roboto"/>
                <a:ea typeface="Segoe UI"/>
                <a:cs typeface="Segoe UI"/>
              </a:rPr>
              <a:t>lower minimum </a:t>
            </a:r>
            <a:r>
              <a:rPr lang="en-US" sz="1600">
                <a:latin typeface="Roboto"/>
                <a:ea typeface="Segoe UI"/>
                <a:cs typeface="Segoe UI"/>
              </a:rPr>
              <a:t>partial charge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Roboto"/>
                <a:ea typeface="Segoe UI"/>
                <a:cs typeface="Segoe UI"/>
              </a:rPr>
              <a:t> and lower </a:t>
            </a:r>
            <a:r>
              <a:rPr lang="en-US" sz="1600">
                <a:latin typeface="Roboto"/>
                <a:ea typeface="Segoe UI"/>
                <a:cs typeface="Segoe UI"/>
              </a:rPr>
              <a:t>fraction of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Roboto"/>
                <a:ea typeface="Segoe UI"/>
                <a:cs typeface="Segoe UI"/>
              </a:rPr>
              <a:t> sp3 carbons had </a:t>
            </a:r>
            <a:r>
              <a:rPr lang="en-US" sz="1600">
                <a:latin typeface="Roboto"/>
                <a:ea typeface="Segoe UI"/>
                <a:cs typeface="Segoe UI"/>
              </a:rPr>
              <a:t>the strongest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Roboto"/>
                <a:ea typeface="Segoe UI"/>
                <a:cs typeface="Segoe UI"/>
              </a:rPr>
              <a:t> </a:t>
            </a:r>
            <a:r>
              <a:rPr lang="en-US" sz="1600">
                <a:latin typeface="Roboto"/>
                <a:ea typeface="Segoe UI"/>
                <a:cs typeface="Segoe UI"/>
              </a:rPr>
              <a:t>negative </a:t>
            </a:r>
            <a:r>
              <a:rPr lang="en-US" sz="1600" err="1">
                <a:latin typeface="Roboto"/>
                <a:ea typeface="Segoe UI"/>
                <a:cs typeface="Segoe UI"/>
              </a:rPr>
              <a:t>correlatation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Roboto"/>
                <a:ea typeface="Segoe UI"/>
                <a:cs typeface="Segoe UI"/>
              </a:rPr>
              <a:t> to </a:t>
            </a:r>
            <a:r>
              <a:rPr lang="en-US" sz="1600">
                <a:latin typeface="Roboto"/>
                <a:ea typeface="Segoe UI"/>
                <a:cs typeface="Segoe UI"/>
              </a:rPr>
              <a:t>antioxidant reactivity</a:t>
            </a:r>
            <a:endParaRPr lang="en-US" sz="1600" b="0" i="0" u="none" strike="noStrike" baseline="0">
              <a:solidFill>
                <a:srgbClr val="000000"/>
              </a:solidFill>
              <a:latin typeface="Roboto"/>
              <a:ea typeface="Segoe UI"/>
              <a:cs typeface="Segoe UI"/>
            </a:endParaRPr>
          </a:p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64A59A-F9DB-FE15-38DA-6D1874262E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7402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79E46-3B1D-E3C1-464C-7CD238E08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32317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/>
              <a:t>Conclusion – Key lessons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029B4E-C71C-A19E-3656-3B22CFD8D3B9}"/>
              </a:ext>
            </a:extLst>
          </p:cNvPr>
          <p:cNvSpPr txBox="1"/>
          <p:nvPr/>
        </p:nvSpPr>
        <p:spPr>
          <a:xfrm>
            <a:off x="685333" y="1062470"/>
            <a:ext cx="3004038" cy="3108543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Roboto"/>
                <a:ea typeface="Roboto"/>
                <a:cs typeface="Roboto"/>
              </a:rPr>
              <a:t>Technical lessons learned: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latin typeface="Roboto"/>
                <a:ea typeface="Roboto"/>
                <a:cs typeface="Roboto"/>
              </a:rPr>
              <a:t>Clustering can only be as effective as your data set allows </a:t>
            </a:r>
          </a:p>
          <a:p>
            <a:endParaRPr lang="en-US">
              <a:latin typeface="Roboto"/>
              <a:ea typeface="Roboto"/>
              <a:cs typeface="Roboto"/>
            </a:endParaRPr>
          </a:p>
          <a:p>
            <a:pPr marL="285750" indent="-285750">
              <a:buFont typeface="Calibri"/>
              <a:buChar char="-"/>
            </a:pPr>
            <a:r>
              <a:rPr lang="en-US">
                <a:ea typeface="Roboto"/>
              </a:rPr>
              <a:t>Prioritize </a:t>
            </a:r>
            <a:r>
              <a:rPr lang="en-US" b="1">
                <a:ea typeface="Roboto"/>
              </a:rPr>
              <a:t>mechanistic features</a:t>
            </a:r>
            <a:r>
              <a:rPr lang="en-US">
                <a:ea typeface="Roboto"/>
              </a:rPr>
              <a:t>. If you know the underlying physics of the problem (e.g., electron transfer), engineering features that represent those physics will result in a more robust model than relying on brute-force structural counts.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9BF558-7E30-91F2-F3DB-0B93D6ECB494}"/>
              </a:ext>
            </a:extLst>
          </p:cNvPr>
          <p:cNvSpPr txBox="1"/>
          <p:nvPr/>
        </p:nvSpPr>
        <p:spPr>
          <a:xfrm>
            <a:off x="4714519" y="1060226"/>
            <a:ext cx="3542359" cy="160043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Roboto"/>
                <a:ea typeface="Roboto"/>
                <a:cs typeface="Roboto"/>
              </a:rPr>
              <a:t>Parts of our goal we did not accomplish: </a:t>
            </a:r>
          </a:p>
          <a:p>
            <a:r>
              <a:rPr lang="en-US">
                <a:latin typeface="Roboto"/>
                <a:ea typeface="Roboto"/>
                <a:cs typeface="Roboto"/>
              </a:rPr>
              <a:t> - Didn't incorporate temperature dependence into our model</a:t>
            </a:r>
          </a:p>
          <a:p>
            <a:endParaRPr lang="en-US">
              <a:latin typeface="Roboto"/>
              <a:ea typeface="Roboto"/>
              <a:cs typeface="Roboto"/>
            </a:endParaRPr>
          </a:p>
          <a:p>
            <a:r>
              <a:rPr lang="en-US">
                <a:latin typeface="Roboto"/>
                <a:ea typeface="Roboto"/>
                <a:cs typeface="Roboto"/>
              </a:rPr>
              <a:t> - Data didn't allow for a specific understanding of reactivity based on radical type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56387-784A-C053-2CFD-96F4E86A10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9127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3923D-F5FC-1AD6-9C50-71313BC3F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97016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/>
              <a:t>Contributions (</a:t>
            </a:r>
            <a:r>
              <a:rPr lang="en-US" err="1"/>
              <a:t>CRediT</a:t>
            </a:r>
            <a:r>
              <a:rPr lang="en-US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02311D-AF4F-990B-B869-94A13EE59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0423" y="982082"/>
            <a:ext cx="3842459" cy="3416400"/>
          </a:xfrm>
        </p:spPr>
        <p:txBody>
          <a:bodyPr>
            <a:normAutofit fontScale="92500"/>
          </a:bodyPr>
          <a:lstStyle/>
          <a:p>
            <a:pPr marL="114300" indent="0">
              <a:buNone/>
            </a:pPr>
            <a:r>
              <a:rPr lang="en-US" b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Dylan: </a:t>
            </a:r>
          </a:p>
          <a:p>
            <a:pPr marL="114300" indent="0">
              <a:lnSpc>
                <a:spcPct val="114999"/>
              </a:lnSpc>
              <a:buNone/>
            </a:pPr>
            <a:r>
              <a:rPr lang="en-US">
                <a:solidFill>
                  <a:schemeClr val="tx1"/>
                </a:solidFill>
                <a:latin typeface="Roboto"/>
                <a:ea typeface="Roboto"/>
                <a:cs typeface="Roboto"/>
              </a:rPr>
              <a:t> - Conceptualization, validation, project administration, supervision, </a:t>
            </a:r>
          </a:p>
          <a:p>
            <a:pPr marL="114300" indent="0">
              <a:lnSpc>
                <a:spcPct val="114999"/>
              </a:lnSpc>
              <a:buNone/>
            </a:pPr>
            <a:r>
              <a:rPr lang="en-US" b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Kalyani: </a:t>
            </a:r>
          </a:p>
          <a:p>
            <a:pPr marL="114300" indent="0">
              <a:lnSpc>
                <a:spcPct val="114999"/>
              </a:lnSpc>
              <a:buNone/>
            </a:pPr>
            <a:r>
              <a:rPr lang="en-US" b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  - </a:t>
            </a:r>
            <a:r>
              <a:rPr lang="en-US">
                <a:solidFill>
                  <a:schemeClr val="tx1"/>
                </a:solidFill>
                <a:latin typeface="Roboto"/>
                <a:ea typeface="Roboto"/>
                <a:cs typeface="Roboto"/>
              </a:rPr>
              <a:t>Data curation, formal analysis, software, visualization, investigation, project administration</a:t>
            </a:r>
          </a:p>
          <a:p>
            <a:pPr marL="114300" indent="0">
              <a:lnSpc>
                <a:spcPct val="114999"/>
              </a:lnSpc>
              <a:buNone/>
            </a:pPr>
            <a:r>
              <a:rPr lang="en-US" b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Danny: </a:t>
            </a:r>
          </a:p>
          <a:p>
            <a:pPr marL="114300" indent="0">
              <a:lnSpc>
                <a:spcPct val="114999"/>
              </a:lnSpc>
              <a:buNone/>
            </a:pPr>
            <a:r>
              <a:rPr lang="en-US" b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 - </a:t>
            </a:r>
            <a:r>
              <a:rPr lang="en-US">
                <a:solidFill>
                  <a:schemeClr val="tx1"/>
                </a:solidFill>
                <a:latin typeface="Roboto"/>
                <a:ea typeface="Roboto"/>
                <a:cs typeface="Roboto"/>
              </a:rPr>
              <a:t>Formal analysis, methodology, software, validation, resources</a:t>
            </a:r>
            <a:endParaRPr lang="en-US" b="1">
              <a:solidFill>
                <a:schemeClr val="tx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B582A8-F177-EFDC-8D18-26733B8BED87}"/>
              </a:ext>
            </a:extLst>
          </p:cNvPr>
          <p:cNvSpPr txBox="1"/>
          <p:nvPr/>
        </p:nvSpPr>
        <p:spPr>
          <a:xfrm>
            <a:off x="5235677" y="1078476"/>
            <a:ext cx="3825363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600" b="1" i="0" u="none" strike="noStrike" baseline="0">
                <a:solidFill>
                  <a:srgbClr val="000000"/>
                </a:solidFill>
                <a:latin typeface="Roboto"/>
                <a:ea typeface="Segoe UI"/>
                <a:cs typeface="Segoe UI"/>
              </a:rPr>
              <a:t>All: </a:t>
            </a:r>
            <a:r>
              <a:rPr lang="en-US" sz="1600" b="0" i="0">
                <a:solidFill>
                  <a:srgbClr val="000000"/>
                </a:solidFill>
                <a:latin typeface="Roboto"/>
                <a:ea typeface="Segoe UI"/>
                <a:cs typeface="Segoe UI"/>
              </a:rPr>
              <a:t>​</a:t>
            </a:r>
          </a:p>
          <a:p>
            <a:r>
              <a:rPr lang="en-US" sz="1600" b="0" i="0" u="none" strike="noStrike" baseline="0">
                <a:solidFill>
                  <a:srgbClr val="000000"/>
                </a:solidFill>
                <a:latin typeface="Roboto"/>
                <a:ea typeface="Segoe UI"/>
                <a:cs typeface="Segoe UI"/>
              </a:rPr>
              <a:t> - Writing – original draft, review, and editing,</a:t>
            </a:r>
            <a:r>
              <a:rPr lang="en-US" sz="1600">
                <a:latin typeface="Roboto"/>
                <a:ea typeface="Segoe UI"/>
                <a:cs typeface="Segoe UI"/>
              </a:rPr>
              <a:t> 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Roboto"/>
                <a:ea typeface="Segoe UI"/>
                <a:cs typeface="Segoe UI"/>
              </a:rPr>
              <a:t>conceptualization, formal analysis</a:t>
            </a:r>
            <a:endParaRPr lang="en-US" sz="1600">
              <a:latin typeface="Roboto"/>
              <a:cs typeface="Segoe U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7414C7-C512-5D24-FC39-5032787551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2955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404AD0A-18E4-4817-CB9A-95BCE69DE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A707B12-9252-B540-278D-A8C8475D02BF}"/>
              </a:ext>
            </a:extLst>
          </p:cNvPr>
          <p:cNvSpPr/>
          <p:nvPr/>
        </p:nvSpPr>
        <p:spPr>
          <a:xfrm>
            <a:off x="3568211" y="3275135"/>
            <a:ext cx="2014902" cy="1238249"/>
          </a:xfrm>
          <a:prstGeom prst="rect">
            <a:avLst/>
          </a:prstGeom>
          <a:solidFill>
            <a:srgbClr val="0E74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E2A40E-A974-D7C3-D525-115FFDB4890F}"/>
              </a:ext>
            </a:extLst>
          </p:cNvPr>
          <p:cNvSpPr txBox="1"/>
          <p:nvPr/>
        </p:nvSpPr>
        <p:spPr>
          <a:xfrm>
            <a:off x="3363057" y="3165231"/>
            <a:ext cx="270363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Questions?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6CA9C5-BD3C-E071-C8C6-5BA3A7B0E9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4000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1FB5B04-667D-6D86-6771-53894946E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821" y="2147982"/>
            <a:ext cx="2830817" cy="256203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C26950F-32F0-E9CE-B073-D3848EC7B54F}"/>
              </a:ext>
            </a:extLst>
          </p:cNvPr>
          <p:cNvSpPr txBox="1"/>
          <p:nvPr/>
        </p:nvSpPr>
        <p:spPr>
          <a:xfrm>
            <a:off x="4255857" y="3684024"/>
            <a:ext cx="4572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i="0" u="none" strike="noStrike" baseline="0">
                <a:solidFill>
                  <a:schemeClr val="accent1">
                    <a:lumMod val="49000"/>
                  </a:schemeClr>
                </a:solidFill>
                <a:latin typeface="Roboto"/>
                <a:ea typeface="Segoe UI"/>
                <a:cs typeface="Segoe UI"/>
              </a:rPr>
              <a:t>We </a:t>
            </a:r>
            <a:r>
              <a:rPr lang="en-US" sz="1800" b="1">
                <a:solidFill>
                  <a:schemeClr val="accent1">
                    <a:lumMod val="49000"/>
                  </a:schemeClr>
                </a:solidFill>
                <a:latin typeface="Roboto"/>
                <a:ea typeface="Segoe UI"/>
                <a:cs typeface="Segoe UI"/>
              </a:rPr>
              <a:t>know DFT Descriptors can be valuable but expensive to compute. Instead, we will use an existing ML Model.</a:t>
            </a:r>
            <a:endParaRPr lang="en-US" sz="1800" b="1">
              <a:solidFill>
                <a:schemeClr val="accent1">
                  <a:lumMod val="49000"/>
                </a:schemeClr>
              </a:solidFill>
              <a:latin typeface="Roboto"/>
              <a:cs typeface="Segoe UI"/>
            </a:endParaRPr>
          </a:p>
        </p:txBody>
      </p:sp>
      <p:pic>
        <p:nvPicPr>
          <p:cNvPr id="16" name="Picture 1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17ACF9A1-5897-7EB7-F410-409DB7AAB6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80" b="32025"/>
          <a:stretch>
            <a:fillRect/>
          </a:stretch>
        </p:blipFill>
        <p:spPr>
          <a:xfrm>
            <a:off x="424477" y="832824"/>
            <a:ext cx="6273293" cy="1031535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8" name="Thought Bubble: Cloud 17">
            <a:extLst>
              <a:ext uri="{FF2B5EF4-FFF2-40B4-BE49-F238E27FC236}">
                <a16:creationId xmlns:a16="http://schemas.microsoft.com/office/drawing/2014/main" id="{9C887BCF-79B6-095D-4E6E-F87517BD9E9D}"/>
              </a:ext>
            </a:extLst>
          </p:cNvPr>
          <p:cNvSpPr/>
          <p:nvPr/>
        </p:nvSpPr>
        <p:spPr>
          <a:xfrm>
            <a:off x="4449429" y="2249129"/>
            <a:ext cx="3641008" cy="1391879"/>
          </a:xfrm>
          <a:prstGeom prst="cloud">
            <a:avLst/>
          </a:prstGeom>
          <a:solidFill>
            <a:srgbClr val="093C92">
              <a:alpha val="7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cs typeface="Arial"/>
              </a:rPr>
              <a:t>Remember This Paper...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560DC6-DF02-FBA2-3853-A7C73E1505A7}"/>
              </a:ext>
            </a:extLst>
          </p:cNvPr>
          <p:cNvSpPr txBox="1"/>
          <p:nvPr/>
        </p:nvSpPr>
        <p:spPr>
          <a:xfrm>
            <a:off x="288823" y="132788"/>
            <a:ext cx="8050161" cy="6924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500" baseline="0">
                <a:latin typeface="Arial"/>
              </a:rPr>
              <a:t>Adding to Data Features with DFT Descriptors</a:t>
            </a:r>
            <a:r>
              <a:rPr sz="2500"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73C941-EAE0-D4C4-A82B-D3786D9FE3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3852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5B84B-9AFE-F4A3-156F-E8F2F7DA2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829" y="12202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Model for DFT Descriptor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CA5566-0A23-64FA-04E0-5F2799280E3C}"/>
              </a:ext>
            </a:extLst>
          </p:cNvPr>
          <p:cNvSpPr txBox="1"/>
          <p:nvPr/>
        </p:nvSpPr>
        <p:spPr>
          <a:xfrm>
            <a:off x="276533" y="949427"/>
            <a:ext cx="7441790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1800">
                <a:latin typeface="Roboto"/>
                <a:ea typeface="Roboto"/>
                <a:cs typeface="Roboto"/>
              </a:rPr>
              <a:t>​</a:t>
            </a:r>
          </a:p>
          <a:p>
            <a:r>
              <a:rPr lang="en-US" sz="1800" baseline="0">
                <a:latin typeface="Roboto"/>
                <a:ea typeface="Roboto"/>
                <a:cs typeface="Roboto"/>
              </a:rPr>
              <a:t>By coincidence, it happens </a:t>
            </a:r>
            <a:r>
              <a:rPr lang="en-US" sz="1800">
                <a:latin typeface="Roboto"/>
                <a:ea typeface="Roboto"/>
                <a:cs typeface="Roboto"/>
              </a:rPr>
              <a:t>the Dupont</a:t>
            </a:r>
            <a:r>
              <a:rPr lang="en-US" sz="1800" baseline="0">
                <a:latin typeface="Roboto"/>
                <a:ea typeface="Roboto"/>
                <a:cs typeface="Roboto"/>
              </a:rPr>
              <a:t> Spring 2024 hackathon group had </a:t>
            </a:r>
            <a:r>
              <a:rPr lang="en-US" sz="1800">
                <a:latin typeface="Roboto"/>
                <a:ea typeface="Roboto"/>
                <a:cs typeface="Roboto"/>
              </a:rPr>
              <a:t>a project</a:t>
            </a:r>
            <a:r>
              <a:rPr lang="en-US" sz="1800" baseline="0">
                <a:latin typeface="Roboto"/>
                <a:ea typeface="Roboto"/>
                <a:cs typeface="Roboto"/>
              </a:rPr>
              <a:t> on </a:t>
            </a:r>
            <a:r>
              <a:rPr lang="en-US" sz="1800" i="1" baseline="0">
                <a:latin typeface="Roboto"/>
                <a:ea typeface="Roboto"/>
                <a:cs typeface="Roboto"/>
              </a:rPr>
              <a:t>exactly </a:t>
            </a:r>
            <a:r>
              <a:rPr lang="en-US" sz="1800" baseline="0">
                <a:latin typeface="Roboto"/>
                <a:ea typeface="Roboto"/>
                <a:cs typeface="Roboto"/>
              </a:rPr>
              <a:t>what we needed!</a:t>
            </a:r>
            <a:r>
              <a:rPr lang="en-US" sz="1800">
                <a:latin typeface="Roboto"/>
                <a:ea typeface="Roboto"/>
                <a:cs typeface="Roboto"/>
              </a:rPr>
              <a:t>​</a:t>
            </a:r>
          </a:p>
          <a:p>
            <a:endParaRPr lang="en-US" sz="1800">
              <a:latin typeface="Roboto"/>
              <a:ea typeface="Roboto"/>
              <a:cs typeface="Roboto"/>
            </a:endParaRPr>
          </a:p>
          <a:p>
            <a:r>
              <a:rPr lang="en-US" sz="1600">
                <a:latin typeface="Roboto"/>
                <a:ea typeface="Roboto"/>
                <a:cs typeface="Roboto"/>
              </a:rPr>
              <a:t>LARGE LANGUAGE MODELS FOR MOLECULAR DESIGN</a:t>
            </a:r>
          </a:p>
          <a:p>
            <a:endParaRPr lang="en-US" sz="1800">
              <a:latin typeface="Roboto"/>
              <a:ea typeface="Roboto"/>
              <a:cs typeface="Roboto"/>
            </a:endParaRPr>
          </a:p>
          <a:p>
            <a:endParaRPr lang="en-US" sz="1800">
              <a:latin typeface="Roboto"/>
              <a:ea typeface="Roboto"/>
              <a:cs typeface="Roboto"/>
            </a:endParaRPr>
          </a:p>
          <a:p>
            <a:pPr algn="ctr"/>
            <a:endParaRPr lang="en-US">
              <a:latin typeface="Roboto"/>
              <a:ea typeface="Roboto"/>
              <a:cs typeface="Robo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C3C8D5-4626-2F15-BC83-C63162636B4F}"/>
              </a:ext>
            </a:extLst>
          </p:cNvPr>
          <p:cNvSpPr txBox="1"/>
          <p:nvPr/>
        </p:nvSpPr>
        <p:spPr>
          <a:xfrm>
            <a:off x="184355" y="4439879"/>
            <a:ext cx="6814983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linkClick r:id="rId2"/>
              </a:rPr>
              <a:t>https://github.com/NRT-hackathon/2024-DuPont</a:t>
            </a:r>
            <a:endParaRPr lang="en-US"/>
          </a:p>
          <a:p>
            <a:r>
              <a:rPr lang="en-US">
                <a:hlinkClick r:id="rId3"/>
              </a:rPr>
              <a:t>https://bpb-us-2.wpmucdn.com/sites.udel.edu/dist/d/12003/files/2025/02/DuPont.pdf</a:t>
            </a:r>
          </a:p>
          <a:p>
            <a:endParaRPr lang="en-US"/>
          </a:p>
          <a:p>
            <a:pPr algn="ctr"/>
            <a:endParaRPr lang="en-US"/>
          </a:p>
        </p:txBody>
      </p:sp>
      <p:pic>
        <p:nvPicPr>
          <p:cNvPr id="8" name="Picture 7" descr="A diagram of a workflow&#10;&#10;AI-generated content may be incorrect.">
            <a:extLst>
              <a:ext uri="{FF2B5EF4-FFF2-40B4-BE49-F238E27FC236}">
                <a16:creationId xmlns:a16="http://schemas.microsoft.com/office/drawing/2014/main" id="{1F1AA11B-7D9C-A3FB-05B5-040AC52FE8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878" r="-82"/>
          <a:stretch>
            <a:fillRect/>
          </a:stretch>
        </p:blipFill>
        <p:spPr>
          <a:xfrm>
            <a:off x="1033805" y="2641831"/>
            <a:ext cx="6685058" cy="142852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E0BE54-FED1-96B8-0532-0593E0DAF6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0338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C5B42-CC98-16D5-970C-AC28159C4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24433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/>
              <a:t>First Result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F8380A-A05E-C0FD-326B-74A2B80E3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20" y="697356"/>
            <a:ext cx="5076983" cy="41509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F6B831-54D9-493A-2FFD-4ACBA53C50AF}"/>
              </a:ext>
            </a:extLst>
          </p:cNvPr>
          <p:cNvSpPr txBox="1"/>
          <p:nvPr/>
        </p:nvSpPr>
        <p:spPr>
          <a:xfrm>
            <a:off x="5743511" y="1648744"/>
            <a:ext cx="2677425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/>
              <a:t>Visual clusters in 2D serve as a guide, but the not definitive</a:t>
            </a:r>
          </a:p>
          <a:p>
            <a:pPr marL="285750" indent="-285750">
              <a:buChar char="•"/>
            </a:pPr>
            <a:r>
              <a:rPr lang="en-US"/>
              <a:t>So, for now decided to SKIP the Reduction and see the results 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5F4498-539F-57A1-F0A2-E8D80ACACE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713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0957-9CEA-380D-2B2F-4FEC85B4C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6699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/>
              <a:t>Data Acquisition Approach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E0769786-838E-650D-AA02-B2601B85DD8E}"/>
              </a:ext>
            </a:extLst>
          </p:cNvPr>
          <p:cNvSpPr txBox="1"/>
          <p:nvPr/>
        </p:nvSpPr>
        <p:spPr>
          <a:xfrm>
            <a:off x="4649959" y="429618"/>
            <a:ext cx="4563792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>
                <a:latin typeface="Roboto"/>
                <a:ea typeface="Roboto"/>
                <a:cs typeface="Roboto"/>
              </a:rPr>
              <a:t>Two main groups of data:</a:t>
            </a:r>
            <a:endParaRPr lang="en-US" sz="2000"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2E4DBAD8-F904-06EA-4E32-4FFDA1659BFF}"/>
              </a:ext>
            </a:extLst>
          </p:cNvPr>
          <p:cNvSpPr txBox="1"/>
          <p:nvPr/>
        </p:nvSpPr>
        <p:spPr>
          <a:xfrm>
            <a:off x="4906672" y="2350768"/>
            <a:ext cx="1790700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800">
                <a:latin typeface="Roboto"/>
                <a:ea typeface="Roboto"/>
                <a:cs typeface="Roboto"/>
              </a:rPr>
              <a:t>Experimental data from literature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D142AD72-28A1-7BD4-A9D2-657331C2126F}"/>
              </a:ext>
            </a:extLst>
          </p:cNvPr>
          <p:cNvSpPr txBox="1"/>
          <p:nvPr/>
        </p:nvSpPr>
        <p:spPr>
          <a:xfrm>
            <a:off x="6790914" y="2337493"/>
            <a:ext cx="2283774" cy="107721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600">
                <a:latin typeface="Roboto"/>
                <a:ea typeface="Roboto"/>
                <a:cs typeface="Roboto"/>
              </a:rPr>
              <a:t>Molecular information from Morgan Fingerprint and Birt/</a:t>
            </a:r>
            <a:r>
              <a:rPr lang="en-US" sz="1600" err="1">
                <a:latin typeface="Roboto"/>
                <a:ea typeface="Roboto"/>
                <a:cs typeface="Roboto"/>
              </a:rPr>
              <a:t>RDKit</a:t>
            </a:r>
            <a:r>
              <a:rPr lang="en-US" sz="1600">
                <a:latin typeface="Roboto"/>
                <a:ea typeface="Roboto"/>
                <a:cs typeface="Roboto"/>
              </a:rPr>
              <a:t> descriptors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3CB02A9E-D663-4C7C-C903-338EACCC077B}"/>
              </a:ext>
            </a:extLst>
          </p:cNvPr>
          <p:cNvSpPr txBox="1"/>
          <p:nvPr/>
        </p:nvSpPr>
        <p:spPr>
          <a:xfrm>
            <a:off x="5943628" y="4234736"/>
            <a:ext cx="1998345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>
                <a:latin typeface="Roboto"/>
                <a:ea typeface="Roboto"/>
                <a:cs typeface="Roboto"/>
              </a:rPr>
              <a:t>SMILES String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66A0290-7B6E-56CE-0E57-7DDE50FA1997}"/>
              </a:ext>
            </a:extLst>
          </p:cNvPr>
          <p:cNvCxnSpPr/>
          <p:nvPr/>
        </p:nvCxnSpPr>
        <p:spPr>
          <a:xfrm>
            <a:off x="5853436" y="3429706"/>
            <a:ext cx="182703" cy="6251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0F24FA1-C333-10CF-D718-A36130F89156}"/>
              </a:ext>
            </a:extLst>
          </p:cNvPr>
          <p:cNvCxnSpPr/>
          <p:nvPr/>
        </p:nvCxnSpPr>
        <p:spPr>
          <a:xfrm flipH="1">
            <a:off x="7562187" y="3457406"/>
            <a:ext cx="251519" cy="5738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27D37FD-CE0D-F70D-A2BB-C48366EF394E}"/>
              </a:ext>
            </a:extLst>
          </p:cNvPr>
          <p:cNvSpPr/>
          <p:nvPr/>
        </p:nvSpPr>
        <p:spPr>
          <a:xfrm>
            <a:off x="598218" y="1436858"/>
            <a:ext cx="3440723" cy="2264898"/>
          </a:xfrm>
          <a:prstGeom prst="roundRect">
            <a:avLst/>
          </a:prstGeom>
          <a:solidFill>
            <a:srgbClr val="F59898">
              <a:alpha val="4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FED81A7A-40E8-A1B8-902F-81EC60D436C4}"/>
              </a:ext>
            </a:extLst>
          </p:cNvPr>
          <p:cNvSpPr txBox="1"/>
          <p:nvPr/>
        </p:nvSpPr>
        <p:spPr>
          <a:xfrm>
            <a:off x="674587" y="1603521"/>
            <a:ext cx="3290014" cy="1938992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>
                <a:latin typeface="Roboto"/>
                <a:ea typeface="Roboto"/>
                <a:cs typeface="Roboto"/>
              </a:rPr>
              <a:t>Rate constant </a:t>
            </a:r>
            <a:r>
              <a:rPr lang="en-US" sz="2000" b="1">
                <a:latin typeface="Roboto"/>
                <a:ea typeface="Roboto"/>
                <a:cs typeface="Roboto"/>
              </a:rPr>
              <a:t>k </a:t>
            </a:r>
            <a:r>
              <a:rPr lang="en-US" sz="2000">
                <a:latin typeface="Roboto"/>
                <a:ea typeface="Roboto"/>
                <a:cs typeface="Roboto"/>
              </a:rPr>
              <a:t>is </a:t>
            </a:r>
            <a:r>
              <a:rPr lang="en-US" sz="2000" i="1">
                <a:latin typeface="Roboto"/>
                <a:ea typeface="Roboto"/>
                <a:cs typeface="Roboto"/>
              </a:rPr>
              <a:t>not </a:t>
            </a:r>
            <a:r>
              <a:rPr lang="en-US" sz="2000">
                <a:latin typeface="Roboto"/>
                <a:ea typeface="Roboto"/>
                <a:cs typeface="Roboto"/>
              </a:rPr>
              <a:t>an intrinsic material property. Instead, the precise value depends on chemical structure </a:t>
            </a:r>
            <a:r>
              <a:rPr lang="en-US" sz="2000" b="1">
                <a:latin typeface="Roboto"/>
                <a:ea typeface="Roboto"/>
                <a:cs typeface="Roboto"/>
              </a:rPr>
              <a:t>and </a:t>
            </a:r>
            <a:r>
              <a:rPr lang="en-US" sz="2000">
                <a:latin typeface="Roboto"/>
                <a:ea typeface="Roboto"/>
                <a:cs typeface="Roboto"/>
              </a:rPr>
              <a:t>experimental conditions.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1E97215-9CF6-C430-7F04-B6546ED0A8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1" r="58220" b="-614"/>
          <a:stretch>
            <a:fillRect/>
          </a:stretch>
        </p:blipFill>
        <p:spPr>
          <a:xfrm>
            <a:off x="4213629" y="3935290"/>
            <a:ext cx="1585394" cy="120751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8737935-8C0E-1647-DADB-A9D454AE7150}"/>
              </a:ext>
            </a:extLst>
          </p:cNvPr>
          <p:cNvSpPr txBox="1"/>
          <p:nvPr/>
        </p:nvSpPr>
        <p:spPr>
          <a:xfrm>
            <a:off x="787160" y="4534259"/>
            <a:ext cx="3256472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sz="1000"/>
              <a:t>Apodaca, R. L. </a:t>
            </a:r>
            <a:r>
              <a:rPr lang="en-US" sz="1000" i="1"/>
              <a:t>Writing Aromatic SMILES</a:t>
            </a:r>
            <a:r>
              <a:rPr lang="en-US" sz="1000"/>
              <a:t>. </a:t>
            </a:r>
            <a:r>
              <a:rPr lang="en-US" sz="1000">
                <a:hlinkClick r:id="rId3"/>
              </a:rPr>
              <a:t>http://depth-first.com/articles/2021/06/30/writing-aromatic-smiles/</a:t>
            </a:r>
            <a:r>
              <a:rPr lang="en-US" sz="1000"/>
              <a:t> (accessed 2026-04-13).</a:t>
            </a:r>
          </a:p>
          <a:p>
            <a:endParaRPr lang="en-US" sz="1000"/>
          </a:p>
          <a:p>
            <a:endParaRPr lang="en-US" sz="1000"/>
          </a:p>
          <a:p>
            <a:pPr algn="ctr"/>
            <a:endParaRPr lang="en-US" sz="10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BE67C1C-7449-EFF4-864B-038D5877D5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135" t="14915" r="51429" b="13752"/>
          <a:stretch>
            <a:fillRect/>
          </a:stretch>
        </p:blipFill>
        <p:spPr>
          <a:xfrm>
            <a:off x="5216663" y="914772"/>
            <a:ext cx="1294406" cy="13786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A615F95-2CE2-2E12-20C3-F62A60E3B0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657" t="16852" r="9453" b="14354"/>
          <a:stretch>
            <a:fillRect/>
          </a:stretch>
        </p:blipFill>
        <p:spPr>
          <a:xfrm>
            <a:off x="7343351" y="915427"/>
            <a:ext cx="1378366" cy="138524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FB4D62A-59A0-661E-4FD3-CE9296AED783}"/>
              </a:ext>
            </a:extLst>
          </p:cNvPr>
          <p:cNvSpPr txBox="1"/>
          <p:nvPr/>
        </p:nvSpPr>
        <p:spPr>
          <a:xfrm>
            <a:off x="6695947" y="4876901"/>
            <a:ext cx="2511825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i="1"/>
              <a:t>Icons generated using google </a:t>
            </a:r>
            <a:r>
              <a:rPr lang="en-US" sz="1100" i="1" err="1"/>
              <a:t>gemini</a:t>
            </a:r>
            <a:endParaRPr lang="en-US" sz="1100" i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A42954-33ED-4EB7-300D-0B2998D71A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9755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6ADF68E-B67A-F6F5-EAC5-41CA078B9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1DDC9-9853-F092-C53F-53D81782B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24433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/>
              <a:t>Substructure Revealed Within a cluster without Reduction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13CBF0-6B8D-6249-9565-2E55514AD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22" y="697570"/>
            <a:ext cx="6640976" cy="32062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11D112-A6B3-D2A3-B78F-6E9384732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536" y="2572978"/>
            <a:ext cx="3511653" cy="11159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3531F67-E4FC-FC88-CFD8-975613AF5D59}"/>
              </a:ext>
            </a:extLst>
          </p:cNvPr>
          <p:cNvSpPr txBox="1"/>
          <p:nvPr/>
        </p:nvSpPr>
        <p:spPr>
          <a:xfrm>
            <a:off x="389744" y="4016335"/>
            <a:ext cx="7945693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/>
              <a:t>Now the algorithm successfully groups molecules with near-identical core frameworks.</a:t>
            </a:r>
          </a:p>
          <a:p>
            <a:pPr marL="285750" indent="-285750">
              <a:buChar char="•"/>
            </a:pPr>
            <a:r>
              <a:rPr lang="en-US"/>
              <a:t>The results show a perfect grouping of </a:t>
            </a:r>
            <a:r>
              <a:rPr lang="en-US" b="1"/>
              <a:t>hindered phenols</a:t>
            </a:r>
            <a:r>
              <a:rPr lang="en-US"/>
              <a:t>, specifically those with </a:t>
            </a:r>
            <a:r>
              <a:rPr lang="en-US" i="1"/>
              <a:t>tert</a:t>
            </a:r>
            <a:r>
              <a:rPr lang="en-US"/>
              <a:t>-butyl groups in the </a:t>
            </a:r>
            <a:r>
              <a:rPr lang="en-US" i="1"/>
              <a:t>ortho</a:t>
            </a:r>
            <a:r>
              <a:rPr lang="en-US"/>
              <a:t> positions.</a:t>
            </a:r>
          </a:p>
          <a:p>
            <a:pPr marL="285750" indent="-285750" algn="ctr">
              <a:buChar char="•"/>
            </a:pP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306E1C-540B-380C-4A5A-AE3D32ED2C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6079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17AAADA-25EB-1C7C-F6ED-A72692CF2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different colored dots&#10;&#10;AI-generated content may be incorrect.">
            <a:extLst>
              <a:ext uri="{FF2B5EF4-FFF2-40B4-BE49-F238E27FC236}">
                <a16:creationId xmlns:a16="http://schemas.microsoft.com/office/drawing/2014/main" id="{4F548F23-CE95-B8F9-E04C-3873389F8F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6"/>
          <a:stretch>
            <a:fillRect/>
          </a:stretch>
        </p:blipFill>
        <p:spPr>
          <a:xfrm>
            <a:off x="312454" y="805015"/>
            <a:ext cx="6693996" cy="38714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6FFD59-BBF4-DD58-E0AD-2A8B407D9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24433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/>
              <a:t>Reaction Rates Across Chemical Groups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AE55D1-3C03-B54E-0D04-DD94EA6DF6E3}"/>
              </a:ext>
            </a:extLst>
          </p:cNvPr>
          <p:cNvSpPr txBox="1"/>
          <p:nvPr/>
        </p:nvSpPr>
        <p:spPr>
          <a:xfrm>
            <a:off x="6096000" y="2123153"/>
            <a:ext cx="2734596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1200" b="1"/>
              <a:t>Hydrocarbons</a:t>
            </a:r>
            <a:r>
              <a:rPr lang="en-US" sz="1200"/>
              <a:t> consistently have the lowest reaction rates.</a:t>
            </a:r>
          </a:p>
          <a:p>
            <a:pPr marL="285750" indent="-285750">
              <a:buChar char="•"/>
            </a:pPr>
            <a:r>
              <a:rPr lang="en-US" sz="1200"/>
              <a:t>The data clusters (along the x-axis) are not neatly organized. </a:t>
            </a:r>
          </a:p>
          <a:p>
            <a:pPr marL="285750" indent="-285750">
              <a:buChar char="•"/>
            </a:pPr>
            <a:r>
              <a:rPr lang="en-US" sz="1200"/>
              <a:t>Many include mixtures of Amines and Phenols, showing that these two groups are more similar to each other than to the distinct groups like Thiophenol or Hydrocarbon.</a:t>
            </a:r>
          </a:p>
          <a:p>
            <a:pPr marL="285750" indent="-285750" algn="ctr">
              <a:buChar char="•"/>
            </a:pPr>
            <a:endParaRPr lang="en-US" sz="12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5E59B2-EF97-5B01-3F56-4B9305E43C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6512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E859F-D8BD-303B-279E-791ECC416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921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Initial Model Building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B3ACA-1390-8076-0D4F-514E75B03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1" y="1162484"/>
            <a:ext cx="3854556" cy="3176746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har char="•"/>
            </a:pPr>
            <a:r>
              <a:rPr lang="en-US" sz="14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Cleaned dataset: 1,548 RO2• reaction entries (340 unique SMILES).</a:t>
            </a:r>
          </a:p>
          <a:p>
            <a:pPr>
              <a:lnSpc>
                <a:spcPct val="114999"/>
              </a:lnSpc>
              <a:buChar char="•"/>
            </a:pPr>
            <a:r>
              <a:rPr lang="en-US" sz="1400" b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Target:</a:t>
            </a:r>
            <a:r>
              <a:rPr lang="en-US" sz="14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predict log10(</a:t>
            </a:r>
            <a:r>
              <a:rPr lang="en-US" sz="1400" b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k</a:t>
            </a:r>
            <a:r>
              <a:rPr lang="en-US" sz="14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), which stabilizes a target spanning &gt;11 orders of magnitude.</a:t>
            </a:r>
            <a:endParaRPr lang="en-US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>
              <a:lnSpc>
                <a:spcPct val="114999"/>
              </a:lnSpc>
              <a:buChar char="•"/>
            </a:pPr>
            <a:r>
              <a:rPr lang="en-US" sz="1400" b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Features: </a:t>
            </a:r>
            <a:r>
              <a:rPr lang="en-US" sz="14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2048-bit Morgan fingerprints (ECFP4) plus predicted HOMO, LUMO, and HOMO–LUMO gap.</a:t>
            </a:r>
            <a:endParaRPr lang="en-US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>
              <a:lnSpc>
                <a:spcPct val="114999"/>
              </a:lnSpc>
              <a:buChar char="•"/>
            </a:pPr>
            <a:r>
              <a:rPr lang="en-US" sz="1400" b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Split: </a:t>
            </a:r>
            <a:r>
              <a:rPr lang="en-US" sz="14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80/20 train–test; all model selection was done on the training set only.</a:t>
            </a:r>
            <a:endParaRPr lang="en-US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>
              <a:lnSpc>
                <a:spcPct val="114999"/>
              </a:lnSpc>
              <a:buChar char="•"/>
            </a:pPr>
            <a:endParaRPr lang="en-US">
              <a:latin typeface="Roboto"/>
              <a:ea typeface="Roboto"/>
              <a:cs typeface="Roboto"/>
            </a:endParaRPr>
          </a:p>
        </p:txBody>
      </p:sp>
      <p:pic>
        <p:nvPicPr>
          <p:cNvPr id="7" name="Picture 6" descr="A graph of fingerprint density&#10;&#10;AI-generated content may be incorrect.">
            <a:extLst>
              <a:ext uri="{FF2B5EF4-FFF2-40B4-BE49-F238E27FC236}">
                <a16:creationId xmlns:a16="http://schemas.microsoft.com/office/drawing/2014/main" id="{8142BABA-AC04-226B-EF38-D4265F13F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482" y="2446370"/>
            <a:ext cx="4320130" cy="178165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C79D1F7-1B5C-84FC-5316-A230820E6C46}"/>
              </a:ext>
            </a:extLst>
          </p:cNvPr>
          <p:cNvGrpSpPr/>
          <p:nvPr/>
        </p:nvGrpSpPr>
        <p:grpSpPr>
          <a:xfrm>
            <a:off x="4299350" y="329870"/>
            <a:ext cx="4408916" cy="1959489"/>
            <a:chOff x="4422493" y="859769"/>
            <a:chExt cx="3591610" cy="146173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0066780-4A5E-7CB2-B498-B779DAC12F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436" t="178" r="66" b="-230"/>
            <a:stretch>
              <a:fillRect/>
            </a:stretch>
          </p:blipFill>
          <p:spPr>
            <a:xfrm>
              <a:off x="4422493" y="859769"/>
              <a:ext cx="3591610" cy="1461731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646993B-BF56-A0AA-F3E6-5BCAF9B15C5C}"/>
                </a:ext>
              </a:extLst>
            </p:cNvPr>
            <p:cNvSpPr/>
            <p:nvPr/>
          </p:nvSpPr>
          <p:spPr>
            <a:xfrm>
              <a:off x="4662377" y="866553"/>
              <a:ext cx="1196162" cy="1116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6A1CA0A-68C3-6D31-7A87-F0501233D9F5}"/>
              </a:ext>
            </a:extLst>
          </p:cNvPr>
          <p:cNvSpPr txBox="1"/>
          <p:nvPr/>
        </p:nvSpPr>
        <p:spPr>
          <a:xfrm>
            <a:off x="4542491" y="4359619"/>
            <a:ext cx="4572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/>
              <a:t>Log-transform makes the target much more model-friendly, while Morgan fingerprints remain sparse.</a:t>
            </a:r>
          </a:p>
          <a:p>
            <a:pPr algn="ctr"/>
            <a:endParaRPr lang="en-US" i="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D1FB2-DBDC-8ACF-503D-310257866C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2348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B00F8-CF3B-81C4-49FD-90A5FED07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2140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Representation Benchmark</a:t>
            </a:r>
          </a:p>
        </p:txBody>
      </p:sp>
      <p:pic>
        <p:nvPicPr>
          <p:cNvPr id="4" name="Picture 3" descr="A comparison of a graph&#10;&#10;AI-generated content may be incorrect.">
            <a:extLst>
              <a:ext uri="{FF2B5EF4-FFF2-40B4-BE49-F238E27FC236}">
                <a16:creationId xmlns:a16="http://schemas.microsoft.com/office/drawing/2014/main" id="{EE993F5D-5FD1-20DD-B795-54523A373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74" y="803264"/>
            <a:ext cx="8582848" cy="25345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4F991D-8083-E536-7C2F-CD6A1C993D71}"/>
              </a:ext>
            </a:extLst>
          </p:cNvPr>
          <p:cNvSpPr txBox="1"/>
          <p:nvPr/>
        </p:nvSpPr>
        <p:spPr>
          <a:xfrm>
            <a:off x="313954" y="3126789"/>
            <a:ext cx="4523020" cy="21659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4999"/>
              </a:lnSpc>
            </a:pPr>
            <a:endParaRPr lang="en-US" sz="15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marL="285750" indent="-285750">
              <a:lnSpc>
                <a:spcPct val="114999"/>
              </a:lnSpc>
              <a:buChar char="•"/>
            </a:pPr>
            <a:r>
              <a:rPr lang="en-US" sz="15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Compared </a:t>
            </a:r>
            <a:r>
              <a:rPr lang="en-US" sz="1500" err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rawMorgan,Morgan</a:t>
            </a:r>
            <a:r>
              <a:rPr lang="en-US" sz="15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 + QM,SVD, PCA, and </a:t>
            </a:r>
            <a:r>
              <a:rPr lang="en-US" sz="1500" err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NMFrepresentations</a:t>
            </a:r>
            <a:r>
              <a:rPr lang="en-US" sz="1500" b="0" i="0" u="none" strike="noStrike" baseline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.</a:t>
            </a:r>
            <a:endParaRPr lang="en-US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marL="285750" indent="-285750">
              <a:lnSpc>
                <a:spcPct val="114999"/>
              </a:lnSpc>
              <a:buChar char="•"/>
            </a:pPr>
            <a:r>
              <a:rPr lang="en-US" sz="15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Benchmarked with 5-fold </a:t>
            </a:r>
            <a:r>
              <a:rPr lang="en-US" sz="1500" err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CVusing</a:t>
            </a:r>
            <a:r>
              <a:rPr lang="en-US" sz="15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 </a:t>
            </a:r>
            <a:r>
              <a:rPr lang="en-US" sz="1500" err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RidgeCV</a:t>
            </a:r>
            <a:r>
              <a:rPr lang="en-US" sz="1500" b="0" i="0" u="none" strike="noStrike" baseline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, </a:t>
            </a:r>
            <a:r>
              <a:rPr lang="en-US" sz="1500" err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RandomForest</a:t>
            </a:r>
            <a:r>
              <a:rPr lang="en-US" sz="1500" b="0" i="0" u="none" strike="noStrike" baseline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,</a:t>
            </a:r>
            <a:r>
              <a:rPr lang="en-US" sz="15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500" b="0" i="0" u="none" strike="noStrike" baseline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and</a:t>
            </a:r>
            <a:r>
              <a:rPr lang="en-US" sz="15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 </a:t>
            </a:r>
            <a:r>
              <a:rPr lang="en-US" sz="1500" err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XGBoost</a:t>
            </a:r>
            <a:r>
              <a:rPr lang="en-US" sz="1500" b="0" i="0" u="none" strike="noStrike" baseline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.</a:t>
            </a:r>
            <a:endParaRPr lang="en-US" sz="1500" b="0" i="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marL="285750" indent="-285750">
              <a:lnSpc>
                <a:spcPct val="114999"/>
              </a:lnSpc>
              <a:buChar char="•"/>
            </a:pPr>
            <a:r>
              <a:rPr lang="en-US" sz="15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Best representation</a:t>
            </a:r>
            <a:r>
              <a:rPr lang="en-US" sz="1500" b="0" i="0" u="none" strike="noStrike" baseline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:</a:t>
            </a:r>
            <a:r>
              <a:rPr lang="en-US" sz="15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 </a:t>
            </a:r>
            <a:r>
              <a:rPr lang="en-US" sz="1500" err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Morgan_HOMO_LUMO</a:t>
            </a:r>
            <a:r>
              <a:rPr lang="en-US" sz="15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 (mean CVRMSE = 1.265).</a:t>
            </a:r>
            <a:endParaRPr lang="en-US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algn="ctr"/>
            <a:endParaRPr lang="en-US">
              <a:latin typeface="Roboto"/>
              <a:ea typeface="Roboto"/>
              <a:cs typeface="Robot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F1F6CA-27FE-DE8D-70C7-B79A5CFF1082}"/>
              </a:ext>
            </a:extLst>
          </p:cNvPr>
          <p:cNvSpPr txBox="1"/>
          <p:nvPr/>
        </p:nvSpPr>
        <p:spPr>
          <a:xfrm>
            <a:off x="5496297" y="3525735"/>
            <a:ext cx="332642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i="1">
                <a:latin typeface="Roboto"/>
                <a:ea typeface="Roboto"/>
                <a:cs typeface="Roboto"/>
              </a:rPr>
              <a:t>Adding HOMO/LUMO descriptors improved CV performance over raw Morgan alone.</a:t>
            </a:r>
            <a:endParaRPr lang="en-US"/>
          </a:p>
          <a:p>
            <a:pPr algn="ctr"/>
            <a:endParaRPr lang="en-US" i="1">
              <a:latin typeface="Roboto"/>
              <a:ea typeface="Roboto"/>
              <a:cs typeface="Roboto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C96623-60D6-E191-5BA2-B566EB92F6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4459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7D6B1-8649-C2A5-581F-243E439DF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00" y="44796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Data visualization of experimental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56942B-1DF1-61B2-4331-538CAC758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195" y="2472007"/>
            <a:ext cx="2324100" cy="2571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E9DC2C-F95C-C033-8EA5-EBEBA41A7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32" y="1083422"/>
            <a:ext cx="4082630" cy="30122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4ED7B3-FDB3-0210-F34C-B22063C1D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2207" y="2978718"/>
            <a:ext cx="1143000" cy="10191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9EB7A7-BBAD-55B5-8EB1-B8FDDD3E6E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8183" y="706097"/>
            <a:ext cx="1451968" cy="4601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406F46-B3C1-BF5F-98CF-F7F24D1E86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2770" y="646768"/>
            <a:ext cx="1057275" cy="4381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D856DC9-45F9-D573-0460-55304EE7DD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3784" y="1314507"/>
            <a:ext cx="661393" cy="10292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677D644-B5EA-43AF-7984-75BF798CE3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9852" y="1218066"/>
            <a:ext cx="1010245" cy="107930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E7C1542-F4F9-C777-E789-96110985A3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0414" y="1337993"/>
            <a:ext cx="623889" cy="1068587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B5FC522-F51C-9E90-75D5-F04995862C40}"/>
              </a:ext>
            </a:extLst>
          </p:cNvPr>
          <p:cNvSpPr/>
          <p:nvPr/>
        </p:nvSpPr>
        <p:spPr>
          <a:xfrm>
            <a:off x="6013217" y="663830"/>
            <a:ext cx="914400" cy="500062"/>
          </a:xfrm>
          <a:prstGeom prst="roundRect">
            <a:avLst/>
          </a:prstGeom>
          <a:noFill/>
          <a:ln>
            <a:solidFill>
              <a:srgbClr val="0E74BC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E5132ED-8200-D6E9-227A-CED5ABF5395D}"/>
              </a:ext>
            </a:extLst>
          </p:cNvPr>
          <p:cNvSpPr/>
          <p:nvPr/>
        </p:nvSpPr>
        <p:spPr>
          <a:xfrm>
            <a:off x="5563531" y="1315697"/>
            <a:ext cx="914400" cy="964406"/>
          </a:xfrm>
          <a:prstGeom prst="roundRect">
            <a:avLst/>
          </a:prstGeom>
          <a:noFill/>
          <a:ln>
            <a:solidFill>
              <a:srgbClr val="C0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4A0A25D-F327-E421-12BA-9A5B21C8E9FC}"/>
              </a:ext>
            </a:extLst>
          </p:cNvPr>
          <p:cNvSpPr/>
          <p:nvPr/>
        </p:nvSpPr>
        <p:spPr>
          <a:xfrm>
            <a:off x="6626165" y="1279979"/>
            <a:ext cx="932259" cy="1026913"/>
          </a:xfrm>
          <a:prstGeom prst="roundRect">
            <a:avLst/>
          </a:prstGeom>
          <a:noFill/>
          <a:ln>
            <a:solidFill>
              <a:srgbClr val="7030A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D2B0937-C106-F939-4A91-730CC1D0EFA1}"/>
              </a:ext>
            </a:extLst>
          </p:cNvPr>
          <p:cNvSpPr/>
          <p:nvPr/>
        </p:nvSpPr>
        <p:spPr>
          <a:xfrm>
            <a:off x="7515258" y="615812"/>
            <a:ext cx="1003697" cy="580429"/>
          </a:xfrm>
          <a:prstGeom prst="roundRect">
            <a:avLst/>
          </a:prstGeom>
          <a:noFill/>
          <a:ln>
            <a:solidFill>
              <a:srgbClr val="FFC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BDEC7E3-481C-9FBD-C76D-AD2B8BFA471A}"/>
              </a:ext>
            </a:extLst>
          </p:cNvPr>
          <p:cNvSpPr/>
          <p:nvPr/>
        </p:nvSpPr>
        <p:spPr>
          <a:xfrm>
            <a:off x="7740522" y="1323110"/>
            <a:ext cx="860822" cy="1151928"/>
          </a:xfrm>
          <a:prstGeom prst="roundRect">
            <a:avLst/>
          </a:prstGeom>
          <a:noFill/>
          <a:ln>
            <a:solidFill>
              <a:srgbClr val="92D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36FEF1-A6C5-1EF2-05A2-4CD6D43CEE09}"/>
              </a:ext>
            </a:extLst>
          </p:cNvPr>
          <p:cNvSpPr txBox="1"/>
          <p:nvPr/>
        </p:nvSpPr>
        <p:spPr>
          <a:xfrm>
            <a:off x="793898" y="4195197"/>
            <a:ext cx="368808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Key takeaway: </a:t>
            </a:r>
            <a:r>
              <a:rPr lang="en-US"/>
              <a:t>Our data set has a broad range of </a:t>
            </a:r>
            <a:r>
              <a:rPr lang="en-US" b="1" i="1"/>
              <a:t>k</a:t>
            </a:r>
            <a:r>
              <a:rPr lang="en-US"/>
              <a:t> values, which is important to understanding influence of structure on </a:t>
            </a:r>
            <a:r>
              <a:rPr lang="en-US" b="1" i="1"/>
              <a:t>k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C50133-415A-8A9B-BEA1-8120E1C3A43C}"/>
              </a:ext>
            </a:extLst>
          </p:cNvPr>
          <p:cNvSpPr txBox="1"/>
          <p:nvPr/>
        </p:nvSpPr>
        <p:spPr>
          <a:xfrm rot="16200000">
            <a:off x="4789763" y="3334770"/>
            <a:ext cx="682229" cy="3167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Count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481C11-0174-FB92-3BD5-1E5ED04F7E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0626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1096F2D-704E-5D2E-7D32-3FAE069C3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blue and orange dots&#10;&#10;AI-generated content may be incorrect.">
            <a:extLst>
              <a:ext uri="{FF2B5EF4-FFF2-40B4-BE49-F238E27FC236}">
                <a16:creationId xmlns:a16="http://schemas.microsoft.com/office/drawing/2014/main" id="{78768903-313A-6695-173D-C53D426657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2" b="147"/>
          <a:stretch>
            <a:fillRect/>
          </a:stretch>
        </p:blipFill>
        <p:spPr>
          <a:xfrm>
            <a:off x="155569" y="780861"/>
            <a:ext cx="6597792" cy="38251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4545F4-8171-7A35-D249-31DCAD01C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24433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/>
              <a:t>Clustering results on RO2 Radical Type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5F3B01-1DC8-0F1C-D183-84F4CDEEBFBA}"/>
              </a:ext>
            </a:extLst>
          </p:cNvPr>
          <p:cNvSpPr txBox="1"/>
          <p:nvPr/>
        </p:nvSpPr>
        <p:spPr>
          <a:xfrm>
            <a:off x="314620" y="4481314"/>
            <a:ext cx="7169212" cy="5309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ea typeface="Segoe UI"/>
                <a:cs typeface="Segoe UI"/>
              </a:rPr>
              <a:t>Reaction Rates of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 Secondary vs. Tertiary for </a:t>
            </a:r>
            <a:r>
              <a:rPr lang="en-US" sz="1800">
                <a:ea typeface="Segoe UI"/>
                <a:cs typeface="Segoe UI"/>
              </a:rPr>
              <a:t>RO2* Radicals</a:t>
            </a: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 sz="1800"/>
          </a:p>
          <a:p>
            <a:pPr algn="ctr"/>
            <a:endParaRPr lang="en-US" sz="10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8C248F-4C0D-9D0F-1530-29AA4CD0A2ED}"/>
              </a:ext>
            </a:extLst>
          </p:cNvPr>
          <p:cNvSpPr txBox="1"/>
          <p:nvPr/>
        </p:nvSpPr>
        <p:spPr>
          <a:xfrm>
            <a:off x="6267602" y="1811600"/>
            <a:ext cx="2489704" cy="2462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Roboto"/>
                <a:ea typeface="Roboto"/>
                <a:cs typeface="Roboto"/>
              </a:rPr>
              <a:t>Secondary radicals (blue)</a:t>
            </a:r>
            <a:r>
              <a:rPr lang="en-US">
                <a:latin typeface="Roboto"/>
                <a:ea typeface="Roboto"/>
                <a:cs typeface="Roboto"/>
              </a:rPr>
              <a:t> generally exhibit higher reaction rates (</a:t>
            </a:r>
            <a:r>
              <a:rPr lang="en-US" err="1">
                <a:latin typeface="Roboto"/>
                <a:ea typeface="Roboto"/>
                <a:cs typeface="Roboto"/>
              </a:rPr>
              <a:t>log_k</a:t>
            </a:r>
            <a:r>
              <a:rPr lang="en-US">
                <a:latin typeface="Roboto"/>
                <a:ea typeface="Roboto"/>
                <a:cs typeface="Roboto"/>
              </a:rPr>
              <a:t>) across the majority of clusters compared to </a:t>
            </a:r>
            <a:r>
              <a:rPr lang="en-US" b="1">
                <a:latin typeface="Roboto"/>
                <a:ea typeface="Roboto"/>
                <a:cs typeface="Roboto"/>
              </a:rPr>
              <a:t>tertiary radicals (yellow)</a:t>
            </a:r>
            <a:r>
              <a:rPr lang="en-US">
                <a:latin typeface="Roboto"/>
                <a:ea typeface="Roboto"/>
                <a:cs typeface="Roboto"/>
              </a:rPr>
              <a:t>.</a:t>
            </a:r>
          </a:p>
          <a:p>
            <a:endParaRPr lang="en-US">
              <a:latin typeface="Roboto"/>
              <a:ea typeface="Roboto"/>
              <a:cs typeface="Roboto"/>
            </a:endParaRPr>
          </a:p>
          <a:p>
            <a:r>
              <a:rPr lang="en-US" b="1">
                <a:latin typeface="Roboto"/>
                <a:ea typeface="Roboto"/>
                <a:cs typeface="Roboto"/>
              </a:rPr>
              <a:t>Sec-RO2* </a:t>
            </a:r>
            <a:r>
              <a:rPr lang="en-US">
                <a:latin typeface="Roboto"/>
                <a:ea typeface="Roboto"/>
                <a:cs typeface="Roboto"/>
              </a:rPr>
              <a:t>has greater intrinsic reactivity since it is less stable than </a:t>
            </a:r>
            <a:r>
              <a:rPr lang="en-US" b="1">
                <a:latin typeface="Roboto"/>
                <a:ea typeface="Roboto"/>
                <a:cs typeface="Roboto"/>
              </a:rPr>
              <a:t>tert-RO2*</a:t>
            </a:r>
          </a:p>
          <a:p>
            <a:pPr algn="ctr"/>
            <a:endParaRPr lang="en-US">
              <a:latin typeface="Roboto"/>
              <a:ea typeface="Roboto"/>
              <a:cs typeface="Robo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7D88EC-CDB0-B020-F08E-2D32F0DAEA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9202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456C0-DB49-91CE-B81F-0DBE8D728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25" y="2921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Data Visualization of Experimental data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B18A7CC-2DBD-821F-8CEA-05D7282A40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2" r="1210"/>
          <a:stretch>
            <a:fillRect/>
          </a:stretch>
        </p:blipFill>
        <p:spPr>
          <a:xfrm>
            <a:off x="679644" y="576057"/>
            <a:ext cx="2192480" cy="10172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0B64B9-25FD-8BED-56F7-96218C024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2603" y="2563394"/>
            <a:ext cx="1525078" cy="14641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6610443-96AF-ABBD-6781-D8138D648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517" y="1875527"/>
            <a:ext cx="2999476" cy="285031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AACE379-205B-45B6-7FE4-08D8B35022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56" r="515" b="505"/>
          <a:stretch>
            <a:fillRect/>
          </a:stretch>
        </p:blipFill>
        <p:spPr>
          <a:xfrm>
            <a:off x="4958448" y="2422496"/>
            <a:ext cx="2058642" cy="211799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FB8866D-BEA4-ABAD-457F-F1CE115842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9432" y="4545942"/>
            <a:ext cx="2087413" cy="49134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16E9CA9-EB37-643E-96EC-185F52DDED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9675" y="639961"/>
            <a:ext cx="1451968" cy="46017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4259F85-46D0-35FA-7A0C-2A8E20C17D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4979" y="548283"/>
            <a:ext cx="1057275" cy="43815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E1CC7DF-48B9-3A1C-16A4-46F4AE4AAA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91719" y="1248371"/>
            <a:ext cx="661393" cy="102929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B9A3D41-5AC2-7B51-4C17-A020B635891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7787" y="1151930"/>
            <a:ext cx="1010245" cy="10793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80DA59F-6763-D3D1-DE54-2EA290B29F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9132" y="1228725"/>
            <a:ext cx="623889" cy="106858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F7B8E26-C362-2588-0692-15F1608FE255}"/>
              </a:ext>
            </a:extLst>
          </p:cNvPr>
          <p:cNvSpPr txBox="1"/>
          <p:nvPr/>
        </p:nvSpPr>
        <p:spPr>
          <a:xfrm rot="16200000">
            <a:off x="4393523" y="3327150"/>
            <a:ext cx="682229" cy="3167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Count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01C5772-1D85-E077-5FAD-226310A24617}"/>
              </a:ext>
            </a:extLst>
          </p:cNvPr>
          <p:cNvSpPr/>
          <p:nvPr/>
        </p:nvSpPr>
        <p:spPr>
          <a:xfrm>
            <a:off x="5294709" y="597694"/>
            <a:ext cx="914400" cy="500062"/>
          </a:xfrm>
          <a:prstGeom prst="roundRect">
            <a:avLst/>
          </a:prstGeom>
          <a:noFill/>
          <a:ln>
            <a:solidFill>
              <a:srgbClr val="0E74BC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F680A29-3C44-9EE5-3FCE-E78A59BE775B}"/>
              </a:ext>
            </a:extLst>
          </p:cNvPr>
          <p:cNvSpPr/>
          <p:nvPr/>
        </p:nvSpPr>
        <p:spPr>
          <a:xfrm>
            <a:off x="5071466" y="1249561"/>
            <a:ext cx="914400" cy="964406"/>
          </a:xfrm>
          <a:prstGeom prst="roundRect">
            <a:avLst/>
          </a:prstGeom>
          <a:noFill/>
          <a:ln>
            <a:solidFill>
              <a:srgbClr val="C0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4E15501-235B-0020-4076-C79DEE586E75}"/>
              </a:ext>
            </a:extLst>
          </p:cNvPr>
          <p:cNvSpPr/>
          <p:nvPr/>
        </p:nvSpPr>
        <p:spPr>
          <a:xfrm>
            <a:off x="6134100" y="1213843"/>
            <a:ext cx="932259" cy="1026913"/>
          </a:xfrm>
          <a:prstGeom prst="roundRect">
            <a:avLst/>
          </a:prstGeom>
          <a:noFill/>
          <a:ln>
            <a:solidFill>
              <a:srgbClr val="7030A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72AA396-7CCB-6A30-9953-0D15E35BDE6F}"/>
              </a:ext>
            </a:extLst>
          </p:cNvPr>
          <p:cNvSpPr/>
          <p:nvPr/>
        </p:nvSpPr>
        <p:spPr>
          <a:xfrm>
            <a:off x="7357467" y="517327"/>
            <a:ext cx="1003697" cy="580429"/>
          </a:xfrm>
          <a:prstGeom prst="roundRect">
            <a:avLst/>
          </a:prstGeom>
          <a:noFill/>
          <a:ln>
            <a:solidFill>
              <a:srgbClr val="FFC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71EE83B-6968-D024-9FFA-0F86E90C3432}"/>
              </a:ext>
            </a:extLst>
          </p:cNvPr>
          <p:cNvSpPr/>
          <p:nvPr/>
        </p:nvSpPr>
        <p:spPr>
          <a:xfrm>
            <a:off x="7259240" y="1213842"/>
            <a:ext cx="860822" cy="1151928"/>
          </a:xfrm>
          <a:prstGeom prst="roundRect">
            <a:avLst/>
          </a:prstGeom>
          <a:noFill/>
          <a:ln>
            <a:solidFill>
              <a:srgbClr val="92D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F79203-BE3E-F997-CED5-73C6B8A40CBB}"/>
              </a:ext>
            </a:extLst>
          </p:cNvPr>
          <p:cNvSpPr txBox="1"/>
          <p:nvPr/>
        </p:nvSpPr>
        <p:spPr>
          <a:xfrm>
            <a:off x="3402210" y="514349"/>
            <a:ext cx="1619845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latin typeface="Roboto"/>
                <a:ea typeface="Roboto"/>
                <a:cs typeface="Roboto"/>
              </a:rPr>
              <a:t>Activation Energy (kJ/mol)</a:t>
            </a:r>
          </a:p>
        </p:txBody>
      </p:sp>
      <p:sp>
        <p:nvSpPr>
          <p:cNvPr id="34" name="Arrow: Left 33">
            <a:extLst>
              <a:ext uri="{FF2B5EF4-FFF2-40B4-BE49-F238E27FC236}">
                <a16:creationId xmlns:a16="http://schemas.microsoft.com/office/drawing/2014/main" id="{73CD689E-4097-5596-B6C8-4646459C6163}"/>
              </a:ext>
            </a:extLst>
          </p:cNvPr>
          <p:cNvSpPr/>
          <p:nvPr/>
        </p:nvSpPr>
        <p:spPr>
          <a:xfrm>
            <a:off x="2878932" y="676869"/>
            <a:ext cx="517921" cy="55365"/>
          </a:xfrm>
          <a:prstGeom prst="lef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0458E0-1A7E-3B53-E653-EF33EA1A7E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06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CFB42-A0FB-4D9C-B545-B873FE511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01" y="19026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/>
              <a:t>Final Model Comparison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AAB104-91D0-73F0-6B5F-7CE345C9A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05" y="765499"/>
            <a:ext cx="9142804" cy="22617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49BE2E-A119-DD5E-BD78-1F10E6EBB20E}"/>
              </a:ext>
            </a:extLst>
          </p:cNvPr>
          <p:cNvSpPr txBox="1"/>
          <p:nvPr/>
        </p:nvSpPr>
        <p:spPr>
          <a:xfrm>
            <a:off x="2466061" y="3088449"/>
            <a:ext cx="4673773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• </a:t>
            </a:r>
            <a:r>
              <a:rPr lang="en-US" err="1">
                <a:latin typeface="Roboto"/>
                <a:ea typeface="Roboto"/>
                <a:cs typeface="Roboto"/>
              </a:rPr>
              <a:t>LightGBM</a:t>
            </a:r>
            <a:r>
              <a:rPr lang="en-US">
                <a:latin typeface="Roboto"/>
                <a:ea typeface="Roboto"/>
                <a:cs typeface="Roboto"/>
              </a:rPr>
              <a:t> achieved the best held-out test performance. </a:t>
            </a:r>
          </a:p>
          <a:p>
            <a:endParaRPr lang="en-US">
              <a:latin typeface="Roboto"/>
              <a:ea typeface="Roboto"/>
              <a:cs typeface="Roboto"/>
            </a:endParaRPr>
          </a:p>
          <a:p>
            <a:r>
              <a:rPr lang="en-US">
                <a:latin typeface="Roboto"/>
                <a:ea typeface="Roboto"/>
                <a:cs typeface="Roboto"/>
              </a:rPr>
              <a:t>• Test RMSE = 1.204, MAE = 0.934, R² = 0.788.</a:t>
            </a:r>
          </a:p>
          <a:p>
            <a:r>
              <a:rPr lang="en-US">
                <a:latin typeface="Roboto"/>
                <a:ea typeface="Roboto"/>
                <a:cs typeface="Roboto"/>
              </a:rPr>
              <a:t>Random Forest and </a:t>
            </a:r>
            <a:r>
              <a:rPr lang="en-US" err="1">
                <a:latin typeface="Roboto"/>
                <a:ea typeface="Roboto"/>
                <a:cs typeface="Roboto"/>
              </a:rPr>
              <a:t>XGBoost</a:t>
            </a:r>
            <a:r>
              <a:rPr lang="en-US">
                <a:latin typeface="Roboto"/>
                <a:ea typeface="Roboto"/>
                <a:cs typeface="Roboto"/>
              </a:rPr>
              <a:t> were close behind.</a:t>
            </a:r>
          </a:p>
          <a:p>
            <a:endParaRPr lang="en-US">
              <a:latin typeface="Roboto"/>
              <a:ea typeface="Roboto"/>
              <a:cs typeface="Roboto"/>
            </a:endParaRPr>
          </a:p>
          <a:p>
            <a:pPr algn="ctr"/>
            <a:endParaRPr lang="en-US">
              <a:latin typeface="Roboto"/>
              <a:ea typeface="Roboto"/>
              <a:cs typeface="Robo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EA8768-5D50-9A61-7FC4-4143E5E3BCA9}"/>
              </a:ext>
            </a:extLst>
          </p:cNvPr>
          <p:cNvSpPr txBox="1"/>
          <p:nvPr/>
        </p:nvSpPr>
        <p:spPr>
          <a:xfrm>
            <a:off x="2466062" y="4466312"/>
            <a:ext cx="4572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Roboto"/>
                <a:ea typeface="Roboto"/>
                <a:cs typeface="Roboto"/>
              </a:rPr>
              <a:t>Key takeaway: </a:t>
            </a:r>
            <a:r>
              <a:rPr lang="en-US">
                <a:latin typeface="Roboto"/>
                <a:ea typeface="Roboto"/>
                <a:cs typeface="Roboto"/>
              </a:rPr>
              <a:t>Tree-based models outperformed linear and distance-based baselines.</a:t>
            </a:r>
          </a:p>
          <a:p>
            <a:pPr algn="ctr"/>
            <a:endParaRPr lang="en-US">
              <a:latin typeface="Roboto"/>
              <a:ea typeface="Roboto"/>
              <a:cs typeface="Roboto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55DF7-AD39-448D-4292-8E5D7460B0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6871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F0478-9CCA-DAA9-3DF4-D46479159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99968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Feature Importance / Preliminary Takeaways</a:t>
            </a:r>
          </a:p>
          <a:p>
            <a:endParaRPr lang="en-US" b="1">
              <a:latin typeface="Roboto"/>
              <a:ea typeface="Roboto"/>
              <a:cs typeface="Roboto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C05E6-58FA-05CD-1CB7-B9C624F41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2160" y="862547"/>
            <a:ext cx="3763912" cy="3528531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Char char="•"/>
            </a:pPr>
            <a:r>
              <a:rPr lang="en-US" sz="16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The strongest predictors are LUMO, HOMO, and the HOMO–LUMO gap.</a:t>
            </a:r>
            <a:endParaRPr lang="en-US" sz="16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buChar char="•"/>
            </a:pPr>
            <a:r>
              <a:rPr lang="en-US" sz="16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A small set of fingerprint bits adds complementary structural information.</a:t>
            </a:r>
          </a:p>
          <a:p>
            <a:pPr>
              <a:lnSpc>
                <a:spcPct val="150000"/>
              </a:lnSpc>
              <a:buChar char="•"/>
            </a:pPr>
            <a:r>
              <a:rPr lang="en-US" sz="16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The best model depends on both electronic and molecular-structure features.</a:t>
            </a:r>
            <a:endParaRPr lang="en-US" sz="1600">
              <a:solidFill>
                <a:schemeClr val="tx1"/>
              </a:solidFill>
              <a:latin typeface="Roboto"/>
              <a:cs typeface="Roboto"/>
            </a:endParaRPr>
          </a:p>
          <a:p>
            <a:pPr>
              <a:lnSpc>
                <a:spcPct val="150000"/>
              </a:lnSpc>
              <a:buChar char="•"/>
            </a:pPr>
            <a:endParaRPr lang="en-US" sz="16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>
              <a:lnSpc>
                <a:spcPct val="150000"/>
              </a:lnSpc>
              <a:buChar char="•"/>
            </a:pPr>
            <a:endParaRPr lang="en-US" sz="1600">
              <a:solidFill>
                <a:schemeClr val="tx1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6" name="Picture 5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B2620A7C-EDC8-7FB8-9702-11FFD8A76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1786" y="675688"/>
            <a:ext cx="4823128" cy="33691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7D724C-E3F4-5638-CD78-915574ADD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3013" y="4045530"/>
            <a:ext cx="3386439" cy="2645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FCA474-76B0-1ABB-4284-7BD2AD5E30B8}"/>
              </a:ext>
            </a:extLst>
          </p:cNvPr>
          <p:cNvSpPr txBox="1"/>
          <p:nvPr/>
        </p:nvSpPr>
        <p:spPr>
          <a:xfrm>
            <a:off x="2366296" y="4509972"/>
            <a:ext cx="4572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QM descriptors drive most of the predictive signal in the best LightGBM model.</a:t>
            </a:r>
          </a:p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D13777-FE24-2621-2FDE-395E2FF95C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97382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edaa6760-dc32-42b1-9af8-b6b7dd0c31e7}" enabled="1" method="Standard" siteId="{9fdb1b0c-e154-4e66-9ecb-b70f283e1e7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38</Slides>
  <Notes>20</Notes>
  <HiddenSlides>13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Simple Light</vt:lpstr>
      <vt:lpstr>Modeling Heat Stabilizer Performance​ for Polymer Formulations</vt:lpstr>
      <vt:lpstr>About Our Project</vt:lpstr>
      <vt:lpstr>Problem Statement</vt:lpstr>
      <vt:lpstr>Project Goal</vt:lpstr>
      <vt:lpstr>Experimental data for our project   </vt:lpstr>
      <vt:lpstr>Molecular substructure data for our project</vt:lpstr>
      <vt:lpstr>WorkFlow for our Clustering</vt:lpstr>
      <vt:lpstr>SALI (Structure-Activity Landscape Index) Plots</vt:lpstr>
      <vt:lpstr>Impact of –OH bond position on antioxidant reactivity</vt:lpstr>
      <vt:lpstr>Model Workflow</vt:lpstr>
      <vt:lpstr>Reactivity of antioxidants depending on radical type</vt:lpstr>
      <vt:lpstr>Model selection based on radical type</vt:lpstr>
      <vt:lpstr>Predicting radical reactivity based on radical type</vt:lpstr>
      <vt:lpstr>Modeling based on radical type</vt:lpstr>
      <vt:lpstr>Impact of molecular features on antioxidant performance</vt:lpstr>
      <vt:lpstr>Cluster ID Split for the Model </vt:lpstr>
      <vt:lpstr>Comparison between model descriptions</vt:lpstr>
      <vt:lpstr>Training results on cluster-based modeling</vt:lpstr>
      <vt:lpstr>Predicting reactivity of commercial stabilizers</vt:lpstr>
      <vt:lpstr>Differences in reactivity due to molecular weight</vt:lpstr>
      <vt:lpstr>Model Limitations</vt:lpstr>
      <vt:lpstr>Conclusions</vt:lpstr>
      <vt:lpstr>Conclusion – Key lessons</vt:lpstr>
      <vt:lpstr>Contributions (CRediT)</vt:lpstr>
      <vt:lpstr>PowerPoint Presentation</vt:lpstr>
      <vt:lpstr>PowerPoint Presentation</vt:lpstr>
      <vt:lpstr>Model for DFT Descriptor</vt:lpstr>
      <vt:lpstr>First Result </vt:lpstr>
      <vt:lpstr>Data Acquisition Approach</vt:lpstr>
      <vt:lpstr>Substructure Revealed Within a cluster without Reduction</vt:lpstr>
      <vt:lpstr>Reaction Rates Across Chemical Groups</vt:lpstr>
      <vt:lpstr>Initial Model Building</vt:lpstr>
      <vt:lpstr>Representation Benchmark</vt:lpstr>
      <vt:lpstr>Data visualization of experimental data</vt:lpstr>
      <vt:lpstr>Clustering results on RO2 Radical Type</vt:lpstr>
      <vt:lpstr>Data Visualization of Experimental data</vt:lpstr>
      <vt:lpstr>Final Model Comparison</vt:lpstr>
      <vt:lpstr>Feature Importance / Preliminary Takeaways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2026-05-11T13:33:01Z</dcterms:modified>
</cp:coreProperties>
</file>