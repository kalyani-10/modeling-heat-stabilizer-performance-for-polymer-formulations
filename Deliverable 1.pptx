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4" r:id="rId9"/>
    <p:sldId id="269" r:id="rId10"/>
    <p:sldId id="271" r:id="rId11"/>
    <p:sldId id="270" r:id="rId12"/>
    <p:sldId id="261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68"/>
    <a:srgbClr val="0E74BC"/>
    <a:srgbClr val="37345A"/>
    <a:srgbClr val="4E9D97"/>
    <a:srgbClr val="66BD9C"/>
    <a:srgbClr val="426279"/>
    <a:srgbClr val="B6D3D1"/>
    <a:srgbClr val="FBDEBC"/>
    <a:srgbClr val="BFBFD1"/>
    <a:srgbClr val="FEF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23E90-39EF-25B6-3A9E-AB34D43B8A07}" v="1484" dt="2026-03-02T16:36:00.379"/>
    <p1510:client id="{3D12ADF0-28BD-9503-4BDE-D6630D7D92B0}" v="65" dt="2026-03-02T20:20:18.676"/>
    <p1510:client id="{54B32DC1-B4C9-A6FC-45AE-902D1C4C1857}" v="1" dt="2026-03-02T19:06:35.650"/>
    <p1510:client id="{5F9DE5B2-D21B-4048-4845-2D75FDC6C14E}" v="537" dt="2026-03-02T18:09:48.467"/>
    <p1510:client id="{7A059A83-B36B-30F6-2186-79CD31FE3FEE}" v="295" dt="2026-03-02T20:17:27.847"/>
    <p1510:client id="{7F4DB388-3953-69DB-90EF-073326233ABA}" v="771" dt="2026-03-01T20:40:16.248"/>
    <p1510:client id="{815F99E5-D5F1-3B33-CCC1-2C9E4D37F49D}" v="89" dt="2026-03-01T21:23:30.915"/>
    <p1510:client id="{982C9E70-FF7D-69D5-DD29-3EE7D1B49B1D}" v="5" dt="2026-03-02T19:03:10.580"/>
    <p1510:client id="{E23F4DF6-3DF3-FC76-4EFC-E88D886C17C0}" v="5" dt="2026-03-02T15:15:13.204"/>
    <p1510:client id="{E4611144-3B15-E7B8-46A5-D4962BBD7FEA}" v="499" dt="2026-03-02T18:51:18.913"/>
    <p1510:client id="{E6676B6C-D087-A7C9-2B78-F83E3F69398A}" v="29" dt="2026-03-02T13:57:46.891"/>
    <p1510:client id="{F4F93505-9430-3A5F-3FC6-FD222B11C906}" v="91" dt="2026-03-02T19:11:10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yanik@udel.edu" userId="S::urn:spo:guest#kalyanik@udel.edu::" providerId="AD" clId="Web-{D52983D7-C9B6-0179-4FE2-4782E92E12FC}"/>
    <pc:docChg chg="modSld">
      <pc:chgData name="kalyanik@udel.edu" userId="S::urn:spo:guest#kalyanik@udel.edu::" providerId="AD" clId="Web-{D52983D7-C9B6-0179-4FE2-4782E92E12FC}" dt="2026-02-28T23:41:36.787" v="845" actId="14100"/>
      <pc:docMkLst>
        <pc:docMk/>
      </pc:docMkLst>
      <pc:sldChg chg="modSp">
        <pc:chgData name="kalyanik@udel.edu" userId="S::urn:spo:guest#kalyanik@udel.edu::" providerId="AD" clId="Web-{D52983D7-C9B6-0179-4FE2-4782E92E12FC}" dt="2026-02-28T23:40:56.553" v="838" actId="1076"/>
        <pc:sldMkLst>
          <pc:docMk/>
          <pc:sldMk cId="0" sldId="257"/>
        </pc:sldMkLst>
        <pc:spChg chg="mod">
          <ac:chgData name="kalyanik@udel.edu" userId="S::urn:spo:guest#kalyanik@udel.edu::" providerId="AD" clId="Web-{D52983D7-C9B6-0179-4FE2-4782E92E12FC}" dt="2026-02-28T23:40:56.553" v="838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40:45.646" v="837" actId="20577"/>
          <ac:spMkLst>
            <pc:docMk/>
            <pc:sldMk cId="0" sldId="257"/>
            <ac:spMk id="64" creationId="{00000000-0000-0000-0000-000000000000}"/>
          </ac:spMkLst>
        </pc:spChg>
      </pc:sldChg>
      <pc:sldChg chg="modSp">
        <pc:chgData name="kalyanik@udel.edu" userId="S::urn:spo:guest#kalyanik@udel.edu::" providerId="AD" clId="Web-{D52983D7-C9B6-0179-4FE2-4782E92E12FC}" dt="2026-02-28T23:41:36.787" v="845" actId="14100"/>
        <pc:sldMkLst>
          <pc:docMk/>
          <pc:sldMk cId="0" sldId="258"/>
        </pc:sldMkLst>
        <pc:spChg chg="mod">
          <ac:chgData name="kalyanik@udel.edu" userId="S::urn:spo:guest#kalyanik@udel.edu::" providerId="AD" clId="Web-{D52983D7-C9B6-0179-4FE2-4782E92E12FC}" dt="2026-02-28T23:41:29.022" v="843" actId="1076"/>
          <ac:spMkLst>
            <pc:docMk/>
            <pc:sldMk cId="0" sldId="258"/>
            <ac:spMk id="70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41:36.787" v="845" actId="14100"/>
          <ac:spMkLst>
            <pc:docMk/>
            <pc:sldMk cId="0" sldId="258"/>
            <ac:spMk id="71" creationId="{00000000-0000-0000-0000-000000000000}"/>
          </ac:spMkLst>
        </pc:spChg>
      </pc:sldChg>
      <pc:sldChg chg="modSp">
        <pc:chgData name="kalyanik@udel.edu" userId="S::urn:spo:guest#kalyanik@udel.edu::" providerId="AD" clId="Web-{D52983D7-C9B6-0179-4FE2-4782E92E12FC}" dt="2026-02-28T23:40:11.640" v="830" actId="1076"/>
        <pc:sldMkLst>
          <pc:docMk/>
          <pc:sldMk cId="0" sldId="259"/>
        </pc:sldMkLst>
        <pc:spChg chg="mod">
          <ac:chgData name="kalyanik@udel.edu" userId="S::urn:spo:guest#kalyanik@udel.edu::" providerId="AD" clId="Web-{D52983D7-C9B6-0179-4FE2-4782E92E12FC}" dt="2026-02-28T23:40:11.640" v="830" actId="1076"/>
          <ac:spMkLst>
            <pc:docMk/>
            <pc:sldMk cId="0" sldId="259"/>
            <ac:spMk id="80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37:56.387" v="803" actId="14100"/>
          <ac:spMkLst>
            <pc:docMk/>
            <pc:sldMk cId="0" sldId="259"/>
            <ac:spMk id="81" creationId="{00000000-0000-0000-0000-000000000000}"/>
          </ac:spMkLst>
        </pc:spChg>
      </pc:sldChg>
      <pc:sldChg chg="addSp delSp modSp">
        <pc:chgData name="kalyanik@udel.edu" userId="S::urn:spo:guest#kalyanik@udel.edu::" providerId="AD" clId="Web-{D52983D7-C9B6-0179-4FE2-4782E92E12FC}" dt="2026-02-28T23:39:58.108" v="829"/>
        <pc:sldMkLst>
          <pc:docMk/>
          <pc:sldMk cId="0" sldId="260"/>
        </pc:sldMkLst>
        <pc:spChg chg="add mod">
          <ac:chgData name="kalyanik@udel.edu" userId="S::urn:spo:guest#kalyanik@udel.edu::" providerId="AD" clId="Web-{D52983D7-C9B6-0179-4FE2-4782E92E12FC}" dt="2026-02-28T23:21:51.820" v="658"/>
          <ac:spMkLst>
            <pc:docMk/>
            <pc:sldMk cId="0" sldId="260"/>
            <ac:spMk id="8" creationId="{F9E90ED4-16FE-DABF-0F0A-A13978F5640A}"/>
          </ac:spMkLst>
        </pc:spChg>
        <pc:spChg chg="add mod">
          <ac:chgData name="kalyanik@udel.edu" userId="S::urn:spo:guest#kalyanik@udel.edu::" providerId="AD" clId="Web-{D52983D7-C9B6-0179-4FE2-4782E92E12FC}" dt="2026-02-28T23:19:28.912" v="621" actId="1076"/>
          <ac:spMkLst>
            <pc:docMk/>
            <pc:sldMk cId="0" sldId="260"/>
            <ac:spMk id="11" creationId="{E82424F6-FF38-CF4F-0360-4462B1F58681}"/>
          </ac:spMkLst>
        </pc:spChg>
        <pc:spChg chg="add mod">
          <ac:chgData name="kalyanik@udel.edu" userId="S::urn:spo:guest#kalyanik@udel.edu::" providerId="AD" clId="Web-{D52983D7-C9B6-0179-4FE2-4782E92E12FC}" dt="2026-02-28T23:21:51.820" v="659"/>
          <ac:spMkLst>
            <pc:docMk/>
            <pc:sldMk cId="0" sldId="260"/>
            <ac:spMk id="13" creationId="{6A70CAD1-2054-C3FE-4376-5DB74E8299ED}"/>
          </ac:spMkLst>
        </pc:spChg>
        <pc:spChg chg="add mod">
          <ac:chgData name="kalyanik@udel.edu" userId="S::urn:spo:guest#kalyanik@udel.edu::" providerId="AD" clId="Web-{D52983D7-C9B6-0179-4FE2-4782E92E12FC}" dt="2026-02-28T23:21:51.836" v="660"/>
          <ac:spMkLst>
            <pc:docMk/>
            <pc:sldMk cId="0" sldId="260"/>
            <ac:spMk id="17" creationId="{4411F478-70C6-FA8B-EAD6-C96ED953F833}"/>
          </ac:spMkLst>
        </pc:spChg>
        <pc:spChg chg="add mod">
          <ac:chgData name="kalyanik@udel.edu" userId="S::urn:spo:guest#kalyanik@udel.edu::" providerId="AD" clId="Web-{D52983D7-C9B6-0179-4FE2-4782E92E12FC}" dt="2026-02-28T23:21:51.883" v="661"/>
          <ac:spMkLst>
            <pc:docMk/>
            <pc:sldMk cId="0" sldId="260"/>
            <ac:spMk id="18" creationId="{B3CBB1A9-95BF-38D3-D461-81B87B000F97}"/>
          </ac:spMkLst>
        </pc:spChg>
        <pc:spChg chg="add mod">
          <ac:chgData name="kalyanik@udel.edu" userId="S::urn:spo:guest#kalyanik@udel.edu::" providerId="AD" clId="Web-{D52983D7-C9B6-0179-4FE2-4782E92E12FC}" dt="2026-02-28T23:19:36.537" v="623" actId="1076"/>
          <ac:spMkLst>
            <pc:docMk/>
            <pc:sldMk cId="0" sldId="260"/>
            <ac:spMk id="20" creationId="{1C14A032-E55D-8ACE-7406-5DF4320148B4}"/>
          </ac:spMkLst>
        </pc:spChg>
        <pc:spChg chg="add mod">
          <ac:chgData name="kalyanik@udel.edu" userId="S::urn:spo:guest#kalyanik@udel.edu::" providerId="AD" clId="Web-{D52983D7-C9B6-0179-4FE2-4782E92E12FC}" dt="2026-02-28T23:19:32.740" v="622" actId="1076"/>
          <ac:spMkLst>
            <pc:docMk/>
            <pc:sldMk cId="0" sldId="260"/>
            <ac:spMk id="21" creationId="{13D1C3E9-0D92-4EFA-E637-DC10B6F0A55A}"/>
          </ac:spMkLst>
        </pc:spChg>
        <pc:spChg chg="add mod">
          <ac:chgData name="kalyanik@udel.edu" userId="S::urn:spo:guest#kalyanik@udel.edu::" providerId="AD" clId="Web-{D52983D7-C9B6-0179-4FE2-4782E92E12FC}" dt="2026-02-28T23:18:56.723" v="604" actId="20577"/>
          <ac:spMkLst>
            <pc:docMk/>
            <pc:sldMk cId="0" sldId="260"/>
            <ac:spMk id="22" creationId="{76ACA3CE-F7AF-FA4F-004C-C9B894500DD7}"/>
          </ac:spMkLst>
        </pc:spChg>
        <pc:spChg chg="mod">
          <ac:chgData name="kalyanik@udel.edu" userId="S::urn:spo:guest#kalyanik@udel.edu::" providerId="AD" clId="Web-{D52983D7-C9B6-0179-4FE2-4782E92E12FC}" dt="2026-02-28T23:04:28.204" v="399" actId="20577"/>
          <ac:spMkLst>
            <pc:docMk/>
            <pc:sldMk cId="0" sldId="260"/>
            <ac:spMk id="89" creationId="{00000000-0000-0000-0000-000000000000}"/>
          </ac:spMkLst>
        </pc:spChg>
      </pc:sldChg>
      <pc:sldChg chg="addSp delSp modSp">
        <pc:chgData name="kalyanik@udel.edu" userId="S::urn:spo:guest#kalyanik@udel.edu::" providerId="AD" clId="Web-{D52983D7-C9B6-0179-4FE2-4782E92E12FC}" dt="2026-02-28T23:36:58.246" v="793" actId="20577"/>
        <pc:sldMkLst>
          <pc:docMk/>
          <pc:sldMk cId="0" sldId="261"/>
        </pc:sldMkLst>
        <pc:spChg chg="add mod">
          <ac:chgData name="kalyanik@udel.edu" userId="S::urn:spo:guest#kalyanik@udel.edu::" providerId="AD" clId="Web-{D52983D7-C9B6-0179-4FE2-4782E92E12FC}" dt="2026-02-28T23:36:54.668" v="791" actId="20577"/>
          <ac:spMkLst>
            <pc:docMk/>
            <pc:sldMk cId="0" sldId="261"/>
            <ac:spMk id="270" creationId="{BA831C0A-E280-1FE4-AEF4-5202E5589ACB}"/>
          </ac:spMkLst>
        </pc:spChg>
        <pc:spChg chg="add mod">
          <ac:chgData name="kalyanik@udel.edu" userId="S::urn:spo:guest#kalyanik@udel.edu::" providerId="AD" clId="Web-{D52983D7-C9B6-0179-4FE2-4782E92E12FC}" dt="2026-02-28T23:36:58.246" v="793" actId="20577"/>
          <ac:spMkLst>
            <pc:docMk/>
            <pc:sldMk cId="0" sldId="261"/>
            <ac:spMk id="271" creationId="{81BFE1DD-0360-0B34-3C20-4868A3BFF0DE}"/>
          </ac:spMkLst>
        </pc:spChg>
        <pc:spChg chg="add mod">
          <ac:chgData name="kalyanik@udel.edu" userId="S::urn:spo:guest#kalyanik@udel.edu::" providerId="AD" clId="Web-{D52983D7-C9B6-0179-4FE2-4782E92E12FC}" dt="2026-02-28T23:36:21.152" v="786"/>
          <ac:spMkLst>
            <pc:docMk/>
            <pc:sldMk cId="0" sldId="261"/>
            <ac:spMk id="273" creationId="{F9E90ED4-16FE-DABF-0F0A-A13978F5640A}"/>
          </ac:spMkLst>
        </pc:spChg>
        <pc:spChg chg="add mod">
          <ac:chgData name="kalyanik@udel.edu" userId="S::urn:spo:guest#kalyanik@udel.edu::" providerId="AD" clId="Web-{D52983D7-C9B6-0179-4FE2-4782E92E12FC}" dt="2026-02-28T23:36:21.168" v="787"/>
          <ac:spMkLst>
            <pc:docMk/>
            <pc:sldMk cId="0" sldId="261"/>
            <ac:spMk id="274" creationId="{C20E349B-7F45-CF94-0FF5-6D217A2E8B01}"/>
          </ac:spMkLst>
        </pc:spChg>
        <pc:cxnChg chg="add mod">
          <ac:chgData name="kalyanik@udel.edu" userId="S::urn:spo:guest#kalyanik@udel.edu::" providerId="AD" clId="Web-{D52983D7-C9B6-0179-4FE2-4782E92E12FC}" dt="2026-02-28T23:36:46.480" v="789" actId="14100"/>
          <ac:cxnSpMkLst>
            <pc:docMk/>
            <pc:sldMk cId="0" sldId="261"/>
            <ac:cxnSpMk id="272" creationId="{5C2AC7D6-03AE-312E-C077-9D025EF2D736}"/>
          </ac:cxnSpMkLst>
        </pc:cxnChg>
      </pc:sldChg>
      <pc:sldChg chg="addSp delSp modSp">
        <pc:chgData name="kalyanik@udel.edu" userId="S::urn:spo:guest#kalyanik@udel.edu::" providerId="AD" clId="Web-{D52983D7-C9B6-0179-4FE2-4782E92E12FC}" dt="2026-02-28T23:03:10.933" v="391" actId="20577"/>
        <pc:sldMkLst>
          <pc:docMk/>
          <pc:sldMk cId="0" sldId="264"/>
        </pc:sldMkLst>
        <pc:spChg chg="mod topLvl">
          <ac:chgData name="kalyanik@udel.edu" userId="S::urn:spo:guest#kalyanik@udel.edu::" providerId="AD" clId="Web-{D52983D7-C9B6-0179-4FE2-4782E92E12FC}" dt="2026-02-28T22:58:18.770" v="369"/>
          <ac:spMkLst>
            <pc:docMk/>
            <pc:sldMk cId="0" sldId="264"/>
            <ac:spMk id="3" creationId="{947F6032-C7A0-E553-C874-7CFFEE298C68}"/>
          </ac:spMkLst>
        </pc:spChg>
        <pc:spChg chg="mod topLvl">
          <ac:chgData name="kalyanik@udel.edu" userId="S::urn:spo:guest#kalyanik@udel.edu::" providerId="AD" clId="Web-{D52983D7-C9B6-0179-4FE2-4782E92E12FC}" dt="2026-02-28T23:00:13.225" v="376"/>
          <ac:spMkLst>
            <pc:docMk/>
            <pc:sldMk cId="0" sldId="264"/>
            <ac:spMk id="6" creationId="{E0B6B8FC-D1EB-A14D-A88E-2ED03CE22156}"/>
          </ac:spMkLst>
        </pc:spChg>
        <pc:spChg chg="mod">
          <ac:chgData name="kalyanik@udel.edu" userId="S::urn:spo:guest#kalyanik@udel.edu::" providerId="AD" clId="Web-{D52983D7-C9B6-0179-4FE2-4782E92E12FC}" dt="2026-02-28T23:03:10.933" v="391" actId="20577"/>
          <ac:spMkLst>
            <pc:docMk/>
            <pc:sldMk cId="0" sldId="264"/>
            <ac:spMk id="344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01:08.961" v="379"/>
          <ac:spMkLst>
            <pc:docMk/>
            <pc:sldMk cId="0" sldId="264"/>
            <ac:spMk id="347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02:45.073" v="384"/>
          <ac:spMkLst>
            <pc:docMk/>
            <pc:sldMk cId="0" sldId="264"/>
            <ac:spMk id="348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00:49.070" v="377"/>
          <ac:spMkLst>
            <pc:docMk/>
            <pc:sldMk cId="0" sldId="264"/>
            <ac:spMk id="367" creationId="{00000000-0000-0000-0000-000000000000}"/>
          </ac:spMkLst>
        </pc:spChg>
        <pc:spChg chg="mod">
          <ac:chgData name="kalyanik@udel.edu" userId="S::urn:spo:guest#kalyanik@udel.edu::" providerId="AD" clId="Web-{D52983D7-C9B6-0179-4FE2-4782E92E12FC}" dt="2026-02-28T23:00:58.820" v="378"/>
          <ac:spMkLst>
            <pc:docMk/>
            <pc:sldMk cId="0" sldId="264"/>
            <ac:spMk id="368" creationId="{00000000-0000-0000-0000-000000000000}"/>
          </ac:spMkLst>
        </pc:spChg>
        <pc:spChg chg="mod topLvl">
          <ac:chgData name="kalyanik@udel.edu" userId="S::urn:spo:guest#kalyanik@udel.edu::" providerId="AD" clId="Web-{D52983D7-C9B6-0179-4FE2-4782E92E12FC}" dt="2026-02-28T23:01:35.274" v="381"/>
          <ac:spMkLst>
            <pc:docMk/>
            <pc:sldMk cId="0" sldId="264"/>
            <ac:spMk id="370" creationId="{00000000-0000-0000-0000-000000000000}"/>
          </ac:spMkLst>
        </pc:spChg>
        <pc:spChg chg="mod topLvl">
          <ac:chgData name="kalyanik@udel.edu" userId="S::urn:spo:guest#kalyanik@udel.edu::" providerId="AD" clId="Web-{D52983D7-C9B6-0179-4FE2-4782E92E12FC}" dt="2026-02-28T23:01:42.759" v="382"/>
          <ac:spMkLst>
            <pc:docMk/>
            <pc:sldMk cId="0" sldId="264"/>
            <ac:spMk id="373" creationId="{00000000-0000-0000-0000-000000000000}"/>
          </ac:spMkLst>
        </pc:spChg>
        <pc:grpChg chg="mod">
          <ac:chgData name="kalyanik@udel.edu" userId="S::urn:spo:guest#kalyanik@udel.edu::" providerId="AD" clId="Web-{D52983D7-C9B6-0179-4FE2-4782E92E12FC}" dt="2026-02-28T22:24:57.676" v="133" actId="14100"/>
          <ac:grpSpMkLst>
            <pc:docMk/>
            <pc:sldMk cId="0" sldId="264"/>
            <ac:grpSpMk id="346" creationId="{00000000-0000-0000-0000-000000000000}"/>
          </ac:grpSpMkLst>
        </pc:grpChg>
        <pc:grpChg chg="mod">
          <ac:chgData name="kalyanik@udel.edu" userId="S::urn:spo:guest#kalyanik@udel.edu::" providerId="AD" clId="Web-{D52983D7-C9B6-0179-4FE2-4782E92E12FC}" dt="2026-02-28T22:35:14.841" v="271" actId="14100"/>
          <ac:grpSpMkLst>
            <pc:docMk/>
            <pc:sldMk cId="0" sldId="264"/>
            <ac:grpSpMk id="366" creationId="{00000000-0000-0000-0000-000000000000}"/>
          </ac:grpSpMkLst>
        </pc:grpChg>
        <pc:graphicFrameChg chg="mod modGraphic">
          <ac:chgData name="kalyanik@udel.edu" userId="S::urn:spo:guest#kalyanik@udel.edu::" providerId="AD" clId="Web-{D52983D7-C9B6-0179-4FE2-4782E92E12FC}" dt="2026-02-28T22:35:01.059" v="269"/>
          <ac:graphicFrameMkLst>
            <pc:docMk/>
            <pc:sldMk cId="0" sldId="264"/>
            <ac:graphicFrameMk id="345" creationId="{00000000-0000-0000-0000-000000000000}"/>
          </ac:graphicFrameMkLst>
        </pc:graphicFrameChg>
      </pc:sldChg>
    </pc:docChg>
  </pc:docChgLst>
  <pc:docChgLst>
    <pc:chgData name="dtrott@udel.edu" userId="S::urn:spo:guest#dtrott@udel.edu::" providerId="AD" clId="Web-{F4F93505-9430-3A5F-3FC6-FD222B11C906}"/>
    <pc:docChg chg="modSld sldOrd">
      <pc:chgData name="dtrott@udel.edu" userId="S::urn:spo:guest#dtrott@udel.edu::" providerId="AD" clId="Web-{F4F93505-9430-3A5F-3FC6-FD222B11C906}" dt="2026-03-02T19:11:10.357" v="47"/>
      <pc:docMkLst>
        <pc:docMk/>
      </pc:docMkLst>
      <pc:sldChg chg="delSp modSp ord">
        <pc:chgData name="dtrott@udel.edu" userId="S::urn:spo:guest#dtrott@udel.edu::" providerId="AD" clId="Web-{F4F93505-9430-3A5F-3FC6-FD222B11C906}" dt="2026-03-02T19:11:10.357" v="47"/>
        <pc:sldMkLst>
          <pc:docMk/>
          <pc:sldMk cId="3955228342" sldId="267"/>
        </pc:sldMkLst>
        <pc:spChg chg="del mod">
          <ac:chgData name="dtrott@udel.edu" userId="S::urn:spo:guest#dtrott@udel.edu::" providerId="AD" clId="Web-{F4F93505-9430-3A5F-3FC6-FD222B11C906}" dt="2026-03-02T19:11:05.372" v="44"/>
          <ac:spMkLst>
            <pc:docMk/>
            <pc:sldMk cId="3955228342" sldId="267"/>
            <ac:spMk id="3" creationId="{DAEAA963-7546-2C16-F6CC-8AA089B9FF20}"/>
          </ac:spMkLst>
        </pc:spChg>
        <pc:spChg chg="del">
          <ac:chgData name="dtrott@udel.edu" userId="S::urn:spo:guest#dtrott@udel.edu::" providerId="AD" clId="Web-{F4F93505-9430-3A5F-3FC6-FD222B11C906}" dt="2026-03-02T19:11:06.919" v="45"/>
          <ac:spMkLst>
            <pc:docMk/>
            <pc:sldMk cId="3955228342" sldId="267"/>
            <ac:spMk id="4" creationId="{B47CFF31-5AFD-CB58-DDF4-A0F8018C977C}"/>
          </ac:spMkLst>
        </pc:spChg>
        <pc:spChg chg="del mod">
          <ac:chgData name="dtrott@udel.edu" userId="S::urn:spo:guest#dtrott@udel.edu::" providerId="AD" clId="Web-{F4F93505-9430-3A5F-3FC6-FD222B11C906}" dt="2026-03-02T19:11:10.357" v="47"/>
          <ac:spMkLst>
            <pc:docMk/>
            <pc:sldMk cId="3955228342" sldId="267"/>
            <ac:spMk id="5" creationId="{3A5184DD-7D91-0662-D1BA-3D8EF5213414}"/>
          </ac:spMkLst>
        </pc:spChg>
      </pc:sldChg>
      <pc:sldChg chg="modSp">
        <pc:chgData name="dtrott@udel.edu" userId="S::urn:spo:guest#dtrott@udel.edu::" providerId="AD" clId="Web-{F4F93505-9430-3A5F-3FC6-FD222B11C906}" dt="2026-03-02T18:58:51.122" v="42" actId="20577"/>
        <pc:sldMkLst>
          <pc:docMk/>
          <pc:sldMk cId="1531665774" sldId="269"/>
        </pc:sldMkLst>
        <pc:spChg chg="mod">
          <ac:chgData name="dtrott@udel.edu" userId="S::urn:spo:guest#dtrott@udel.edu::" providerId="AD" clId="Web-{F4F93505-9430-3A5F-3FC6-FD222B11C906}" dt="2026-03-02T18:58:51.122" v="42" actId="20577"/>
          <ac:spMkLst>
            <pc:docMk/>
            <pc:sldMk cId="1531665774" sldId="269"/>
            <ac:spMk id="4" creationId="{18A2C64F-F20E-35B5-4DC7-6FB8BFF6AA89}"/>
          </ac:spMkLst>
        </pc:spChg>
      </pc:sldChg>
    </pc:docChg>
  </pc:docChgLst>
  <pc:docChgLst>
    <pc:chgData name="kalyanik@udel.edu" userId="S::urn:spo:guest#kalyanik@udel.edu::" providerId="AD" clId="Web-{54B32DC1-B4C9-A6FC-45AE-902D1C4C1857}"/>
    <pc:docChg chg="modSld">
      <pc:chgData name="kalyanik@udel.edu" userId="S::urn:spo:guest#kalyanik@udel.edu::" providerId="AD" clId="Web-{54B32DC1-B4C9-A6FC-45AE-902D1C4C1857}" dt="2026-03-02T19:06:35.650" v="0" actId="1076"/>
      <pc:docMkLst>
        <pc:docMk/>
      </pc:docMkLst>
      <pc:sldChg chg="modSp">
        <pc:chgData name="kalyanik@udel.edu" userId="S::urn:spo:guest#kalyanik@udel.edu::" providerId="AD" clId="Web-{54B32DC1-B4C9-A6FC-45AE-902D1C4C1857}" dt="2026-03-02T19:06:35.650" v="0" actId="1076"/>
        <pc:sldMkLst>
          <pc:docMk/>
          <pc:sldMk cId="3955228342" sldId="267"/>
        </pc:sldMkLst>
        <pc:spChg chg="mod">
          <ac:chgData name="kalyanik@udel.edu" userId="S::urn:spo:guest#kalyanik@udel.edu::" providerId="AD" clId="Web-{54B32DC1-B4C9-A6FC-45AE-902D1C4C1857}" dt="2026-03-02T19:06:35.650" v="0" actId="1076"/>
          <ac:spMkLst>
            <pc:docMk/>
            <pc:sldMk cId="3955228342" sldId="267"/>
            <ac:spMk id="2" creationId="{248EBBA9-B857-B497-2824-B8D1BB81BED9}"/>
          </ac:spMkLst>
        </pc:spChg>
      </pc:sldChg>
    </pc:docChg>
  </pc:docChgLst>
  <pc:docChgLst>
    <pc:chgData name="dtrott@udel.edu" userId="S::urn:spo:guest#dtrott@udel.edu::" providerId="AD" clId="Web-{E6676B6C-D087-A7C9-2B78-F83E3F69398A}"/>
    <pc:docChg chg="modSld">
      <pc:chgData name="dtrott@udel.edu" userId="S::urn:spo:guest#dtrott@udel.edu::" providerId="AD" clId="Web-{E6676B6C-D087-A7C9-2B78-F83E3F69398A}" dt="2026-03-02T13:57:46.891" v="18" actId="1076"/>
      <pc:docMkLst>
        <pc:docMk/>
      </pc:docMkLst>
      <pc:sldChg chg="addSp delSp modSp">
        <pc:chgData name="dtrott@udel.edu" userId="S::urn:spo:guest#dtrott@udel.edu::" providerId="AD" clId="Web-{E6676B6C-D087-A7C9-2B78-F83E3F69398A}" dt="2026-03-02T13:57:38.454" v="16"/>
        <pc:sldMkLst>
          <pc:docMk/>
          <pc:sldMk cId="3829172708" sldId="266"/>
        </pc:sldMkLst>
        <pc:picChg chg="add del mod">
          <ac:chgData name="dtrott@udel.edu" userId="S::urn:spo:guest#dtrott@udel.edu::" providerId="AD" clId="Web-{E6676B6C-D087-A7C9-2B78-F83E3F69398A}" dt="2026-03-02T13:57:38.454" v="16"/>
          <ac:picMkLst>
            <pc:docMk/>
            <pc:sldMk cId="3829172708" sldId="266"/>
            <ac:picMk id="4" creationId="{347A1B2B-3493-8B9F-F4D3-4915B857E1BA}"/>
          </ac:picMkLst>
        </pc:picChg>
        <pc:picChg chg="add mod">
          <ac:chgData name="dtrott@udel.edu" userId="S::urn:spo:guest#dtrott@udel.edu::" providerId="AD" clId="Web-{E6676B6C-D087-A7C9-2B78-F83E3F69398A}" dt="2026-03-02T13:57:36.532" v="15"/>
          <ac:picMkLst>
            <pc:docMk/>
            <pc:sldMk cId="3829172708" sldId="266"/>
            <ac:picMk id="5" creationId="{74F1C0F6-62D6-ECAA-005E-578BEA03EB99}"/>
          </ac:picMkLst>
        </pc:picChg>
      </pc:sldChg>
      <pc:sldChg chg="addSp modSp">
        <pc:chgData name="dtrott@udel.edu" userId="S::urn:spo:guest#dtrott@udel.edu::" providerId="AD" clId="Web-{E6676B6C-D087-A7C9-2B78-F83E3F69398A}" dt="2026-03-02T13:57:46.891" v="18" actId="1076"/>
        <pc:sldMkLst>
          <pc:docMk/>
          <pc:sldMk cId="3955228342" sldId="267"/>
        </pc:sldMkLst>
        <pc:spChg chg="add mod">
          <ac:chgData name="dtrott@udel.edu" userId="S::urn:spo:guest#dtrott@udel.edu::" providerId="AD" clId="Web-{E6676B6C-D087-A7C9-2B78-F83E3F69398A}" dt="2026-03-02T13:57:15.422" v="11" actId="20577"/>
          <ac:spMkLst>
            <pc:docMk/>
            <pc:sldMk cId="3955228342" sldId="267"/>
            <ac:spMk id="4" creationId="{142F78D9-8386-78B2-11FB-6782C028BB05}"/>
          </ac:spMkLst>
        </pc:spChg>
        <pc:picChg chg="add mod">
          <ac:chgData name="dtrott@udel.edu" userId="S::urn:spo:guest#dtrott@udel.edu::" providerId="AD" clId="Web-{E6676B6C-D087-A7C9-2B78-F83E3F69398A}" dt="2026-03-02T13:57:46.891" v="18" actId="1076"/>
          <ac:picMkLst>
            <pc:docMk/>
            <pc:sldMk cId="3955228342" sldId="267"/>
            <ac:picMk id="5" creationId="{479303C6-7ADA-B723-103A-410285375C16}"/>
          </ac:picMkLst>
        </pc:picChg>
      </pc:sldChg>
    </pc:docChg>
  </pc:docChgLst>
  <pc:docChgLst>
    <pc:chgData name="kalyanik@udel.edu" userId="S::urn:spo:guest#kalyanik@udel.edu::" providerId="AD" clId="Web-{3D12ADF0-28BD-9503-4BDE-D6630D7D92B0}"/>
    <pc:docChg chg="modSld">
      <pc:chgData name="kalyanik@udel.edu" userId="S::urn:spo:guest#kalyanik@udel.edu::" providerId="AD" clId="Web-{3D12ADF0-28BD-9503-4BDE-D6630D7D92B0}" dt="2026-03-02T20:20:18.676" v="39" actId="20577"/>
      <pc:docMkLst>
        <pc:docMk/>
      </pc:docMkLst>
      <pc:sldChg chg="modSp">
        <pc:chgData name="kalyanik@udel.edu" userId="S::urn:spo:guest#kalyanik@udel.edu::" providerId="AD" clId="Web-{3D12ADF0-28BD-9503-4BDE-D6630D7D92B0}" dt="2026-03-02T20:20:18.676" v="39" actId="20577"/>
        <pc:sldMkLst>
          <pc:docMk/>
          <pc:sldMk cId="1531665774" sldId="269"/>
        </pc:sldMkLst>
        <pc:spChg chg="mod">
          <ac:chgData name="kalyanik@udel.edu" userId="S::urn:spo:guest#kalyanik@udel.edu::" providerId="AD" clId="Web-{3D12ADF0-28BD-9503-4BDE-D6630D7D92B0}" dt="2026-03-02T20:20:18.676" v="39" actId="20577"/>
          <ac:spMkLst>
            <pc:docMk/>
            <pc:sldMk cId="1531665774" sldId="269"/>
            <ac:spMk id="4" creationId="{18A2C64F-F20E-35B5-4DC7-6FB8BFF6AA89}"/>
          </ac:spMkLst>
        </pc:spChg>
        <pc:spChg chg="mod">
          <ac:chgData name="kalyanik@udel.edu" userId="S::urn:spo:guest#kalyanik@udel.edu::" providerId="AD" clId="Web-{3D12ADF0-28BD-9503-4BDE-D6630D7D92B0}" dt="2026-03-02T20:19:58.394" v="27" actId="20577"/>
          <ac:spMkLst>
            <pc:docMk/>
            <pc:sldMk cId="1531665774" sldId="269"/>
            <ac:spMk id="5" creationId="{C36A8204-0042-49FA-BD5C-C08177D14327}"/>
          </ac:spMkLst>
        </pc:spChg>
      </pc:sldChg>
      <pc:sldChg chg="modSp">
        <pc:chgData name="kalyanik@udel.edu" userId="S::urn:spo:guest#kalyanik@udel.edu::" providerId="AD" clId="Web-{3D12ADF0-28BD-9503-4BDE-D6630D7D92B0}" dt="2026-03-02T20:18:55.518" v="3" actId="14100"/>
        <pc:sldMkLst>
          <pc:docMk/>
          <pc:sldMk cId="2969858140" sldId="270"/>
        </pc:sldMkLst>
        <pc:spChg chg="mod">
          <ac:chgData name="kalyanik@udel.edu" userId="S::urn:spo:guest#kalyanik@udel.edu::" providerId="AD" clId="Web-{3D12ADF0-28BD-9503-4BDE-D6630D7D92B0}" dt="2026-03-02T20:18:43.721" v="0" actId="20577"/>
          <ac:spMkLst>
            <pc:docMk/>
            <pc:sldMk cId="2969858140" sldId="270"/>
            <ac:spMk id="2" creationId="{3016C55E-007B-1FBC-6AB3-41608316DB7E}"/>
          </ac:spMkLst>
        </pc:spChg>
        <pc:picChg chg="mod">
          <ac:chgData name="kalyanik@udel.edu" userId="S::urn:spo:guest#kalyanik@udel.edu::" providerId="AD" clId="Web-{3D12ADF0-28BD-9503-4BDE-D6630D7D92B0}" dt="2026-03-02T20:18:55.518" v="3" actId="14100"/>
          <ac:picMkLst>
            <pc:docMk/>
            <pc:sldMk cId="2969858140" sldId="270"/>
            <ac:picMk id="5" creationId="{1D62A5B4-C90C-3452-5C13-DA2E7206AF70}"/>
          </ac:picMkLst>
        </pc:picChg>
      </pc:sldChg>
    </pc:docChg>
  </pc:docChgLst>
  <pc:docChgLst>
    <pc:chgData name="kalyanik@udel.edu" userId="S::urn:spo:guest#kalyanik@udel.edu::" providerId="AD" clId="Web-{C140496D-E46D-6F49-9785-7BF233ABB6FC}"/>
    <pc:docChg chg="addSld delSld modSld sldOrd">
      <pc:chgData name="kalyanik@udel.edu" userId="S::urn:spo:guest#kalyanik@udel.edu::" providerId="AD" clId="Web-{C140496D-E46D-6F49-9785-7BF233ABB6FC}" dt="2026-02-28T22:15:44.760" v="100"/>
      <pc:docMkLst>
        <pc:docMk/>
      </pc:docMkLst>
      <pc:sldChg chg="delSp modSp add">
        <pc:chgData name="kalyanik@udel.edu" userId="S::urn:spo:guest#kalyanik@udel.edu::" providerId="AD" clId="Web-{C140496D-E46D-6F49-9785-7BF233ABB6FC}" dt="2026-02-28T22:15:44.760" v="100"/>
        <pc:sldMkLst>
          <pc:docMk/>
          <pc:sldMk cId="0" sldId="264"/>
        </pc:sldMkLst>
        <pc:spChg chg="mod">
          <ac:chgData name="kalyanik@udel.edu" userId="S::urn:spo:guest#kalyanik@udel.edu::" providerId="AD" clId="Web-{C140496D-E46D-6F49-9785-7BF233ABB6FC}" dt="2026-02-28T22:14:19.586" v="30" actId="20577"/>
          <ac:spMkLst>
            <pc:docMk/>
            <pc:sldMk cId="0" sldId="264"/>
            <ac:spMk id="367" creationId="{00000000-0000-0000-0000-000000000000}"/>
          </ac:spMkLst>
        </pc:spChg>
        <pc:graphicFrameChg chg="mod modGraphic">
          <ac:chgData name="kalyanik@udel.edu" userId="S::urn:spo:guest#kalyanik@udel.edu::" providerId="AD" clId="Web-{C140496D-E46D-6F49-9785-7BF233ABB6FC}" dt="2026-02-28T22:15:44.760" v="100"/>
          <ac:graphicFrameMkLst>
            <pc:docMk/>
            <pc:sldMk cId="0" sldId="264"/>
            <ac:graphicFrameMk id="345" creationId="{00000000-0000-0000-0000-000000000000}"/>
          </ac:graphicFrameMkLst>
        </pc:graphicFrameChg>
      </pc:sldChg>
    </pc:docChg>
  </pc:docChgLst>
  <pc:docChgLst>
    <pc:chgData name="kalyanik@udel.edu" userId="S::urn:spo:guest#kalyanik@udel.edu::" providerId="AD" clId="Web-{07723E90-39EF-25B6-3A9E-AB34D43B8A07}"/>
    <pc:docChg chg="addSld delSld modSld sldOrd">
      <pc:chgData name="kalyanik@udel.edu" userId="S::urn:spo:guest#kalyanik@udel.edu::" providerId="AD" clId="Web-{07723E90-39EF-25B6-3A9E-AB34D43B8A07}" dt="2026-03-02T16:36:00.379" v="927" actId="1076"/>
      <pc:docMkLst>
        <pc:docMk/>
      </pc:docMkLst>
      <pc:sldChg chg="modSp">
        <pc:chgData name="kalyanik@udel.edu" userId="S::urn:spo:guest#kalyanik@udel.edu::" providerId="AD" clId="Web-{07723E90-39EF-25B6-3A9E-AB34D43B8A07}" dt="2026-03-02T16:10:27.623" v="718" actId="20577"/>
        <pc:sldMkLst>
          <pc:docMk/>
          <pc:sldMk cId="0" sldId="264"/>
        </pc:sldMkLst>
        <pc:spChg chg="mod">
          <ac:chgData name="kalyanik@udel.edu" userId="S::urn:spo:guest#kalyanik@udel.edu::" providerId="AD" clId="Web-{07723E90-39EF-25B6-3A9E-AB34D43B8A07}" dt="2026-03-02T16:10:27.623" v="718" actId="20577"/>
          <ac:spMkLst>
            <pc:docMk/>
            <pc:sldMk cId="0" sldId="264"/>
            <ac:spMk id="344" creationId="{00000000-0000-0000-0000-000000000000}"/>
          </ac:spMkLst>
        </pc:spChg>
      </pc:sldChg>
      <pc:sldChg chg="addSp delSp modSp ord">
        <pc:chgData name="kalyanik@udel.edu" userId="S::urn:spo:guest#kalyanik@udel.edu::" providerId="AD" clId="Web-{07723E90-39EF-25B6-3A9E-AB34D43B8A07}" dt="2026-03-02T16:11:18.047" v="734" actId="1076"/>
        <pc:sldMkLst>
          <pc:docMk/>
          <pc:sldMk cId="3829172708" sldId="266"/>
        </pc:sldMkLst>
        <pc:spChg chg="mod">
          <ac:chgData name="kalyanik@udel.edu" userId="S::urn:spo:guest#kalyanik@udel.edu::" providerId="AD" clId="Web-{07723E90-39EF-25B6-3A9E-AB34D43B8A07}" dt="2026-03-02T15:28:28.450" v="6" actId="1076"/>
          <ac:spMkLst>
            <pc:docMk/>
            <pc:sldMk cId="3829172708" sldId="266"/>
            <ac:spMk id="2" creationId="{38D51954-1E4B-4C2C-84FE-1624BCAE58E6}"/>
          </ac:spMkLst>
        </pc:spChg>
        <pc:spChg chg="del mod">
          <ac:chgData name="kalyanik@udel.edu" userId="S::urn:spo:guest#kalyanik@udel.edu::" providerId="AD" clId="Web-{07723E90-39EF-25B6-3A9E-AB34D43B8A07}" dt="2026-03-02T15:28:24.903" v="5"/>
          <ac:spMkLst>
            <pc:docMk/>
            <pc:sldMk cId="3829172708" sldId="266"/>
            <ac:spMk id="3" creationId="{A9A605EE-EDF2-8C73-C1F9-885687DC1262}"/>
          </ac:spMkLst>
        </pc:spChg>
        <pc:spChg chg="add mod">
          <ac:chgData name="kalyanik@udel.edu" userId="S::urn:spo:guest#kalyanik@udel.edu::" providerId="AD" clId="Web-{07723E90-39EF-25B6-3A9E-AB34D43B8A07}" dt="2026-03-02T16:11:18.047" v="734" actId="1076"/>
          <ac:spMkLst>
            <pc:docMk/>
            <pc:sldMk cId="3829172708" sldId="266"/>
            <ac:spMk id="4" creationId="{65D30A6B-0129-2352-60F9-BB47F2532305}"/>
          </ac:spMkLst>
        </pc:spChg>
        <pc:picChg chg="del">
          <ac:chgData name="kalyanik@udel.edu" userId="S::urn:spo:guest#kalyanik@udel.edu::" providerId="AD" clId="Web-{07723E90-39EF-25B6-3A9E-AB34D43B8A07}" dt="2026-03-02T15:28:14.528" v="0"/>
          <ac:picMkLst>
            <pc:docMk/>
            <pc:sldMk cId="3829172708" sldId="266"/>
            <ac:picMk id="5" creationId="{74F1C0F6-62D6-ECAA-005E-578BEA03EB99}"/>
          </ac:picMkLst>
        </pc:picChg>
      </pc:sldChg>
      <pc:sldChg chg="addSp delSp modSp modNotes">
        <pc:chgData name="kalyanik@udel.edu" userId="S::urn:spo:guest#kalyanik@udel.edu::" providerId="AD" clId="Web-{07723E90-39EF-25B6-3A9E-AB34D43B8A07}" dt="2026-03-02T16:36:00.379" v="927" actId="1076"/>
        <pc:sldMkLst>
          <pc:docMk/>
          <pc:sldMk cId="3955228342" sldId="267"/>
        </pc:sldMkLst>
        <pc:spChg chg="mod">
          <ac:chgData name="kalyanik@udel.edu" userId="S::urn:spo:guest#kalyanik@udel.edu::" providerId="AD" clId="Web-{07723E90-39EF-25B6-3A9E-AB34D43B8A07}" dt="2026-03-02T15:51:38.126" v="572" actId="1076"/>
          <ac:spMkLst>
            <pc:docMk/>
            <pc:sldMk cId="3955228342" sldId="267"/>
            <ac:spMk id="2" creationId="{248EBBA9-B857-B497-2824-B8D1BB81BED9}"/>
          </ac:spMkLst>
        </pc:spChg>
        <pc:spChg chg="add del mod">
          <ac:chgData name="kalyanik@udel.edu" userId="S::urn:spo:guest#kalyanik@udel.edu::" providerId="AD" clId="Web-{07723E90-39EF-25B6-3A9E-AB34D43B8A07}" dt="2026-03-02T15:50:20.465" v="539"/>
          <ac:spMkLst>
            <pc:docMk/>
            <pc:sldMk cId="3955228342" sldId="267"/>
            <ac:spMk id="3" creationId="{A5AF00AF-6DFF-3B0A-EC84-A675EC14D39C}"/>
          </ac:spMkLst>
        </pc:spChg>
        <pc:spChg chg="del">
          <ac:chgData name="kalyanik@udel.edu" userId="S::urn:spo:guest#kalyanik@udel.edu::" providerId="AD" clId="Web-{07723E90-39EF-25B6-3A9E-AB34D43B8A07}" dt="2026-03-02T15:42:27.514" v="305"/>
          <ac:spMkLst>
            <pc:docMk/>
            <pc:sldMk cId="3955228342" sldId="267"/>
            <ac:spMk id="4" creationId="{142F78D9-8386-78B2-11FB-6782C028BB05}"/>
          </ac:spMkLst>
        </pc:spChg>
        <pc:spChg chg="add del mod">
          <ac:chgData name="kalyanik@udel.edu" userId="S::urn:spo:guest#kalyanik@udel.edu::" providerId="AD" clId="Web-{07723E90-39EF-25B6-3A9E-AB34D43B8A07}" dt="2026-03-02T15:50:11.996" v="534"/>
          <ac:spMkLst>
            <pc:docMk/>
            <pc:sldMk cId="3955228342" sldId="267"/>
            <ac:spMk id="6" creationId="{01961BCD-9C13-E036-E47A-9203DA541903}"/>
          </ac:spMkLst>
        </pc:spChg>
        <pc:spChg chg="add del mod">
          <ac:chgData name="kalyanik@udel.edu" userId="S::urn:spo:guest#kalyanik@udel.edu::" providerId="AD" clId="Web-{07723E90-39EF-25B6-3A9E-AB34D43B8A07}" dt="2026-03-02T15:46:23.331" v="357"/>
          <ac:spMkLst>
            <pc:docMk/>
            <pc:sldMk cId="3955228342" sldId="267"/>
            <ac:spMk id="8" creationId="{D128048A-009C-7945-AF45-23C5662B279E}"/>
          </ac:spMkLst>
        </pc:spChg>
        <pc:spChg chg="add del mod">
          <ac:chgData name="kalyanik@udel.edu" userId="S::urn:spo:guest#kalyanik@udel.edu::" providerId="AD" clId="Web-{07723E90-39EF-25B6-3A9E-AB34D43B8A07}" dt="2026-03-02T15:50:29.919" v="540"/>
          <ac:spMkLst>
            <pc:docMk/>
            <pc:sldMk cId="3955228342" sldId="267"/>
            <ac:spMk id="10" creationId="{21B7E7DE-F3C1-431C-0448-3D6AB6D10D77}"/>
          </ac:spMkLst>
        </pc:spChg>
        <pc:spChg chg="add del mod">
          <ac:chgData name="kalyanik@udel.edu" userId="S::urn:spo:guest#kalyanik@udel.edu::" providerId="AD" clId="Web-{07723E90-39EF-25B6-3A9E-AB34D43B8A07}" dt="2026-03-02T16:31:22.717" v="871"/>
          <ac:spMkLst>
            <pc:docMk/>
            <pc:sldMk cId="3955228342" sldId="267"/>
            <ac:spMk id="11" creationId="{6BEE5E5E-B64A-8CD7-67BF-05C3475A72BA}"/>
          </ac:spMkLst>
        </pc:spChg>
        <pc:spChg chg="add mod topLvl">
          <ac:chgData name="kalyanik@udel.edu" userId="S::urn:spo:guest#kalyanik@udel.edu::" providerId="AD" clId="Web-{07723E90-39EF-25B6-3A9E-AB34D43B8A07}" dt="2026-03-02T16:33:28.126" v="897" actId="1076"/>
          <ac:spMkLst>
            <pc:docMk/>
            <pc:sldMk cId="3955228342" sldId="267"/>
            <ac:spMk id="15" creationId="{7157CD00-1FFB-4BCC-E765-B7A661D3BDF4}"/>
          </ac:spMkLst>
        </pc:spChg>
        <pc:spChg chg="add mod topLvl">
          <ac:chgData name="kalyanik@udel.edu" userId="S::urn:spo:guest#kalyanik@udel.edu::" providerId="AD" clId="Web-{07723E90-39EF-25B6-3A9E-AB34D43B8A07}" dt="2026-03-02T16:33:37.736" v="899" actId="1076"/>
          <ac:spMkLst>
            <pc:docMk/>
            <pc:sldMk cId="3955228342" sldId="267"/>
            <ac:spMk id="17" creationId="{EE0B1233-A78D-15C7-BC33-19E55C3AC96E}"/>
          </ac:spMkLst>
        </pc:spChg>
        <pc:spChg chg="add mod">
          <ac:chgData name="kalyanik@udel.edu" userId="S::urn:spo:guest#kalyanik@udel.edu::" providerId="AD" clId="Web-{07723E90-39EF-25B6-3A9E-AB34D43B8A07}" dt="2026-03-02T16:35:32.113" v="920" actId="20577"/>
          <ac:spMkLst>
            <pc:docMk/>
            <pc:sldMk cId="3955228342" sldId="267"/>
            <ac:spMk id="18" creationId="{B7913A0F-CF72-4FDB-88E1-67B3978E393F}"/>
          </ac:spMkLst>
        </pc:spChg>
        <pc:spChg chg="add mod">
          <ac:chgData name="kalyanik@udel.edu" userId="S::urn:spo:guest#kalyanik@udel.edu::" providerId="AD" clId="Web-{07723E90-39EF-25B6-3A9E-AB34D43B8A07}" dt="2026-03-02T16:36:00.379" v="927" actId="1076"/>
          <ac:spMkLst>
            <pc:docMk/>
            <pc:sldMk cId="3955228342" sldId="267"/>
            <ac:spMk id="19" creationId="{885E07A1-ACA8-8C50-2E37-4D40467EBCD6}"/>
          </ac:spMkLst>
        </pc:spChg>
        <pc:spChg chg="add del mod">
          <ac:chgData name="kalyanik@udel.edu" userId="S::urn:spo:guest#kalyanik@udel.edu::" providerId="AD" clId="Web-{07723E90-39EF-25B6-3A9E-AB34D43B8A07}" dt="2026-03-02T16:33:01.969" v="892"/>
          <ac:spMkLst>
            <pc:docMk/>
            <pc:sldMk cId="3955228342" sldId="267"/>
            <ac:spMk id="21" creationId="{9527A83A-A8A6-360B-5F15-6D4E6E344B18}"/>
          </ac:spMkLst>
        </pc:spChg>
        <pc:spChg chg="add del mod">
          <ac:chgData name="kalyanik@udel.edu" userId="S::urn:spo:guest#kalyanik@udel.edu::" providerId="AD" clId="Web-{07723E90-39EF-25B6-3A9E-AB34D43B8A07}" dt="2026-03-02T16:33:01.969" v="891"/>
          <ac:spMkLst>
            <pc:docMk/>
            <pc:sldMk cId="3955228342" sldId="267"/>
            <ac:spMk id="22" creationId="{25D5B706-CEB5-29F9-B110-D996710DCC8C}"/>
          </ac:spMkLst>
        </pc:spChg>
        <pc:spChg chg="add mod">
          <ac:chgData name="kalyanik@udel.edu" userId="S::urn:spo:guest#kalyanik@udel.edu::" providerId="AD" clId="Web-{07723E90-39EF-25B6-3A9E-AB34D43B8A07}" dt="2026-03-02T16:35:51.144" v="926" actId="1076"/>
          <ac:spMkLst>
            <pc:docMk/>
            <pc:sldMk cId="3955228342" sldId="267"/>
            <ac:spMk id="29" creationId="{231EE993-7B9F-15F6-BA1E-B7F651E6FBD2}"/>
          </ac:spMkLst>
        </pc:spChg>
        <pc:grpChg chg="add del mod">
          <ac:chgData name="kalyanik@udel.edu" userId="S::urn:spo:guest#kalyanik@udel.edu::" providerId="AD" clId="Web-{07723E90-39EF-25B6-3A9E-AB34D43B8A07}" dt="2026-03-02T16:33:18.188" v="896"/>
          <ac:grpSpMkLst>
            <pc:docMk/>
            <pc:sldMk cId="3955228342" sldId="267"/>
            <ac:grpSpMk id="23" creationId="{22A8FD97-74F8-98DE-DF77-ACC84E0841AA}"/>
          </ac:grpSpMkLst>
        </pc:grpChg>
        <pc:grpChg chg="add mod">
          <ac:chgData name="kalyanik@udel.edu" userId="S::urn:spo:guest#kalyanik@udel.edu::" providerId="AD" clId="Web-{07723E90-39EF-25B6-3A9E-AB34D43B8A07}" dt="2026-03-02T16:34:13.064" v="903" actId="1076"/>
          <ac:grpSpMkLst>
            <pc:docMk/>
            <pc:sldMk cId="3955228342" sldId="267"/>
            <ac:grpSpMk id="24" creationId="{2479042F-1262-16BE-9B4E-4732DA103D1F}"/>
          </ac:grpSpMkLst>
        </pc:grpChg>
        <pc:grpChg chg="add mod">
          <ac:chgData name="kalyanik@udel.edu" userId="S::urn:spo:guest#kalyanik@udel.edu::" providerId="AD" clId="Web-{07723E90-39EF-25B6-3A9E-AB34D43B8A07}" dt="2026-03-02T16:35:09.253" v="916" actId="1076"/>
          <ac:grpSpMkLst>
            <pc:docMk/>
            <pc:sldMk cId="3955228342" sldId="267"/>
            <ac:grpSpMk id="25" creationId="{E6A3FD96-D634-7C36-3968-C396D29829BD}"/>
          </ac:grpSpMkLst>
        </pc:grpChg>
        <pc:picChg chg="del mod">
          <ac:chgData name="kalyanik@udel.edu" userId="S::urn:spo:guest#kalyanik@udel.edu::" providerId="AD" clId="Web-{07723E90-39EF-25B6-3A9E-AB34D43B8A07}" dt="2026-03-02T16:34:20.252" v="905"/>
          <ac:picMkLst>
            <pc:docMk/>
            <pc:sldMk cId="3955228342" sldId="267"/>
            <ac:picMk id="5" creationId="{479303C6-7ADA-B723-103A-410285375C16}"/>
          </ac:picMkLst>
        </pc:picChg>
        <pc:cxnChg chg="add mod topLvl">
          <ac:chgData name="kalyanik@udel.edu" userId="S::urn:spo:guest#kalyanik@udel.edu::" providerId="AD" clId="Web-{07723E90-39EF-25B6-3A9E-AB34D43B8A07}" dt="2026-03-02T16:33:18.188" v="896"/>
          <ac:cxnSpMkLst>
            <pc:docMk/>
            <pc:sldMk cId="3955228342" sldId="267"/>
            <ac:cxnSpMk id="13" creationId="{6AF60A57-AD5B-73DC-A6E1-9005CFEC66B6}"/>
          </ac:cxnSpMkLst>
        </pc:cxnChg>
        <pc:cxnChg chg="add del mod">
          <ac:chgData name="kalyanik@udel.edu" userId="S::urn:spo:guest#kalyanik@udel.edu::" providerId="AD" clId="Web-{07723E90-39EF-25B6-3A9E-AB34D43B8A07}" dt="2026-03-02T16:33:01.969" v="893"/>
          <ac:cxnSpMkLst>
            <pc:docMk/>
            <pc:sldMk cId="3955228342" sldId="267"/>
            <ac:cxnSpMk id="20" creationId="{8C9D818A-AE36-099E-46A1-63589491CD5B}"/>
          </ac:cxnSpMkLst>
        </pc:cxnChg>
        <pc:cxnChg chg="mod">
          <ac:chgData name="kalyanik@udel.edu" userId="S::urn:spo:guest#kalyanik@udel.edu::" providerId="AD" clId="Web-{07723E90-39EF-25B6-3A9E-AB34D43B8A07}" dt="2026-03-02T16:34:03.111" v="901"/>
          <ac:cxnSpMkLst>
            <pc:docMk/>
            <pc:sldMk cId="3955228342" sldId="267"/>
            <ac:cxnSpMk id="26" creationId="{341D2998-9633-DD8F-1D7D-01159D456B44}"/>
          </ac:cxnSpMkLst>
        </pc:cxnChg>
      </pc:sldChg>
      <pc:sldChg chg="addSp delSp modSp new del">
        <pc:chgData name="kalyanik@udel.edu" userId="S::urn:spo:guest#kalyanik@udel.edu::" providerId="AD" clId="Web-{07723E90-39EF-25B6-3A9E-AB34D43B8A07}" dt="2026-03-02T15:52:41.958" v="602"/>
        <pc:sldMkLst>
          <pc:docMk/>
          <pc:sldMk cId="3007988802" sldId="268"/>
        </pc:sldMkLst>
        <pc:spChg chg="mod">
          <ac:chgData name="kalyanik@udel.edu" userId="S::urn:spo:guest#kalyanik@udel.edu::" providerId="AD" clId="Web-{07723E90-39EF-25B6-3A9E-AB34D43B8A07}" dt="2026-03-02T15:51:58.502" v="592" actId="20577"/>
          <ac:spMkLst>
            <pc:docMk/>
            <pc:sldMk cId="3007988802" sldId="268"/>
            <ac:spMk id="2" creationId="{77964968-DF10-A958-328D-4A08DFABF552}"/>
          </ac:spMkLst>
        </pc:spChg>
        <pc:spChg chg="add del mod">
          <ac:chgData name="kalyanik@udel.edu" userId="S::urn:spo:guest#kalyanik@udel.edu::" providerId="AD" clId="Web-{07723E90-39EF-25B6-3A9E-AB34D43B8A07}" dt="2026-03-02T15:52:13.503" v="596"/>
          <ac:spMkLst>
            <pc:docMk/>
            <pc:sldMk cId="3007988802" sldId="268"/>
            <ac:spMk id="3" creationId="{BEC3EC5F-309E-1694-4F9B-696DC6EBB10F}"/>
          </ac:spMkLst>
        </pc:spChg>
        <pc:grpChg chg="add mod">
          <ac:chgData name="kalyanik@udel.edu" userId="S::urn:spo:guest#kalyanik@udel.edu::" providerId="AD" clId="Web-{07723E90-39EF-25B6-3A9E-AB34D43B8A07}" dt="2026-03-02T15:52:32.442" v="599" actId="1076"/>
          <ac:grpSpMkLst>
            <pc:docMk/>
            <pc:sldMk cId="3007988802" sldId="268"/>
            <ac:grpSpMk id="7" creationId="{FFFCCBF8-4B2E-6152-9B6E-DE268A0542D1}"/>
          </ac:grpSpMkLst>
        </pc:grpChg>
        <pc:grpChg chg="add mod">
          <ac:chgData name="kalyanik@udel.edu" userId="S::urn:spo:guest#kalyanik@udel.edu::" providerId="AD" clId="Web-{07723E90-39EF-25B6-3A9E-AB34D43B8A07}" dt="2026-03-02T15:52:32.442" v="600" actId="1076"/>
          <ac:grpSpMkLst>
            <pc:docMk/>
            <pc:sldMk cId="3007988802" sldId="268"/>
            <ac:grpSpMk id="11" creationId="{603716B5-1ADF-509F-3018-B1CEBAE9A16F}"/>
          </ac:grpSpMkLst>
        </pc:grpChg>
      </pc:sldChg>
      <pc:sldChg chg="addSp delSp modSp add replId">
        <pc:chgData name="kalyanik@udel.edu" userId="S::urn:spo:guest#kalyanik@udel.edu::" providerId="AD" clId="Web-{07723E90-39EF-25B6-3A9E-AB34D43B8A07}" dt="2026-03-02T16:19:50.108" v="805" actId="14100"/>
        <pc:sldMkLst>
          <pc:docMk/>
          <pc:sldMk cId="1531665774" sldId="269"/>
        </pc:sldMkLst>
        <pc:spChg chg="add del">
          <ac:chgData name="kalyanik@udel.edu" userId="S::urn:spo:guest#kalyanik@udel.edu::" providerId="AD" clId="Web-{07723E90-39EF-25B6-3A9E-AB34D43B8A07}" dt="2026-03-02T16:04:12.427" v="656"/>
          <ac:spMkLst>
            <pc:docMk/>
            <pc:sldMk cId="1531665774" sldId="269"/>
            <ac:spMk id="2" creationId="{C2B7DAB7-C11C-D219-FBA5-E40D7FC6757D}"/>
          </ac:spMkLst>
        </pc:spChg>
        <pc:spChg chg="del">
          <ac:chgData name="kalyanik@udel.edu" userId="S::urn:spo:guest#kalyanik@udel.edu::" providerId="AD" clId="Web-{07723E90-39EF-25B6-3A9E-AB34D43B8A07}" dt="2026-03-02T15:53:16.569" v="631"/>
          <ac:spMkLst>
            <pc:docMk/>
            <pc:sldMk cId="1531665774" sldId="269"/>
            <ac:spMk id="3" creationId="{12C26220-A767-82A7-0B21-8E6B88BA89D6}"/>
          </ac:spMkLst>
        </pc:spChg>
        <pc:spChg chg="add mod">
          <ac:chgData name="kalyanik@udel.edu" userId="S::urn:spo:guest#kalyanik@udel.edu::" providerId="AD" clId="Web-{07723E90-39EF-25B6-3A9E-AB34D43B8A07}" dt="2026-03-02T16:19:50.108" v="805" actId="14100"/>
          <ac:spMkLst>
            <pc:docMk/>
            <pc:sldMk cId="1531665774" sldId="269"/>
            <ac:spMk id="4" creationId="{18A2C64F-F20E-35B5-4DC7-6FB8BFF6AA89}"/>
          </ac:spMkLst>
        </pc:spChg>
        <pc:spChg chg="add mod">
          <ac:chgData name="kalyanik@udel.edu" userId="S::urn:spo:guest#kalyanik@udel.edu::" providerId="AD" clId="Web-{07723E90-39EF-25B6-3A9E-AB34D43B8A07}" dt="2026-03-02T16:06:42.231" v="706"/>
          <ac:spMkLst>
            <pc:docMk/>
            <pc:sldMk cId="1531665774" sldId="269"/>
            <ac:spMk id="5" creationId="{C36A8204-0042-49FA-BD5C-C08177D14327}"/>
          </ac:spMkLst>
        </pc:spChg>
        <pc:spChg chg="del">
          <ac:chgData name="kalyanik@udel.edu" userId="S::urn:spo:guest#kalyanik@udel.edu::" providerId="AD" clId="Web-{07723E90-39EF-25B6-3A9E-AB34D43B8A07}" dt="2026-03-02T15:53:19.912" v="632"/>
          <ac:spMkLst>
            <pc:docMk/>
            <pc:sldMk cId="1531665774" sldId="269"/>
            <ac:spMk id="6" creationId="{4B57EA5F-0759-474F-D3D0-D7ED3F7E6B7A}"/>
          </ac:spMkLst>
        </pc:spChg>
        <pc:spChg chg="mod">
          <ac:chgData name="kalyanik@udel.edu" userId="S::urn:spo:guest#kalyanik@udel.edu::" providerId="AD" clId="Web-{07723E90-39EF-25B6-3A9E-AB34D43B8A07}" dt="2026-03-02T16:10:21.092" v="717" actId="20577"/>
          <ac:spMkLst>
            <pc:docMk/>
            <pc:sldMk cId="1531665774" sldId="269"/>
            <ac:spMk id="344" creationId="{4416EB28-304F-D18A-9509-8855E822E91B}"/>
          </ac:spMkLst>
        </pc:spChg>
        <pc:spChg chg="mod">
          <ac:chgData name="kalyanik@udel.edu" userId="S::urn:spo:guest#kalyanik@udel.edu::" providerId="AD" clId="Web-{07723E90-39EF-25B6-3A9E-AB34D43B8A07}" dt="2026-03-02T15:54:13.618" v="639" actId="14100"/>
          <ac:spMkLst>
            <pc:docMk/>
            <pc:sldMk cId="1531665774" sldId="269"/>
            <ac:spMk id="348" creationId="{735D75C0-9A3F-95F1-BABB-888DA72199CD}"/>
          </ac:spMkLst>
        </pc:spChg>
        <pc:spChg chg="del">
          <ac:chgData name="kalyanik@udel.edu" userId="S::urn:spo:guest#kalyanik@udel.edu::" providerId="AD" clId="Web-{07723E90-39EF-25B6-3A9E-AB34D43B8A07}" dt="2026-03-02T15:53:09.803" v="629"/>
          <ac:spMkLst>
            <pc:docMk/>
            <pc:sldMk cId="1531665774" sldId="269"/>
            <ac:spMk id="370" creationId="{39FA7B09-AE3C-4BB4-1AF8-B4CD2C39E28E}"/>
          </ac:spMkLst>
        </pc:spChg>
        <pc:spChg chg="del">
          <ac:chgData name="kalyanik@udel.edu" userId="S::urn:spo:guest#kalyanik@udel.edu::" providerId="AD" clId="Web-{07723E90-39EF-25B6-3A9E-AB34D43B8A07}" dt="2026-03-02T15:53:14.943" v="630"/>
          <ac:spMkLst>
            <pc:docMk/>
            <pc:sldMk cId="1531665774" sldId="269"/>
            <ac:spMk id="373" creationId="{EFCBA827-1445-7DBB-8926-5781A78612A3}"/>
          </ac:spMkLst>
        </pc:spChg>
        <pc:graphicFrameChg chg="mod modGraphic">
          <ac:chgData name="kalyanik@udel.edu" userId="S::urn:spo:guest#kalyanik@udel.edu::" providerId="AD" clId="Web-{07723E90-39EF-25B6-3A9E-AB34D43B8A07}" dt="2026-03-02T15:54:02.398" v="638"/>
          <ac:graphicFrameMkLst>
            <pc:docMk/>
            <pc:sldMk cId="1531665774" sldId="269"/>
            <ac:graphicFrameMk id="345" creationId="{E9C6F7B5-7218-0909-E22F-B3E939F0DF87}"/>
          </ac:graphicFrameMkLst>
        </pc:graphicFrameChg>
        <pc:picChg chg="add del mod">
          <ac:chgData name="kalyanik@udel.edu" userId="S::urn:spo:guest#kalyanik@udel.edu::" providerId="AD" clId="Web-{07723E90-39EF-25B6-3A9E-AB34D43B8A07}" dt="2026-03-02T16:17:03.105" v="771"/>
          <ac:picMkLst>
            <pc:docMk/>
            <pc:sldMk cId="1531665774" sldId="269"/>
            <ac:picMk id="7" creationId="{2D7B3948-5DE9-4728-78DD-4F1A2EE50F81}"/>
          </ac:picMkLst>
        </pc:picChg>
      </pc:sldChg>
      <pc:sldChg chg="addSp modSp new">
        <pc:chgData name="kalyanik@udel.edu" userId="S::urn:spo:guest#kalyanik@udel.edu::" providerId="AD" clId="Web-{07723E90-39EF-25B6-3A9E-AB34D43B8A07}" dt="2026-03-02T16:14:06.148" v="765" actId="1076"/>
        <pc:sldMkLst>
          <pc:docMk/>
          <pc:sldMk cId="2969858140" sldId="270"/>
        </pc:sldMkLst>
        <pc:spChg chg="mod">
          <ac:chgData name="kalyanik@udel.edu" userId="S::urn:spo:guest#kalyanik@udel.edu::" providerId="AD" clId="Web-{07723E90-39EF-25B6-3A9E-AB34D43B8A07}" dt="2026-03-02T16:10:14.154" v="716" actId="20577"/>
          <ac:spMkLst>
            <pc:docMk/>
            <pc:sldMk cId="2969858140" sldId="270"/>
            <ac:spMk id="2" creationId="{3016C55E-007B-1FBC-6AB3-41608316DB7E}"/>
          </ac:spMkLst>
        </pc:spChg>
        <pc:spChg chg="add mod">
          <ac:chgData name="kalyanik@udel.edu" userId="S::urn:spo:guest#kalyanik@udel.edu::" providerId="AD" clId="Web-{07723E90-39EF-25B6-3A9E-AB34D43B8A07}" dt="2026-03-02T16:12:18.988" v="755" actId="14100"/>
          <ac:spMkLst>
            <pc:docMk/>
            <pc:sldMk cId="2969858140" sldId="270"/>
            <ac:spMk id="3" creationId="{F8900C01-0290-C4E8-0F1D-257C8E591AD8}"/>
          </ac:spMkLst>
        </pc:spChg>
        <pc:picChg chg="add mod modCrop">
          <ac:chgData name="kalyanik@udel.edu" userId="S::urn:spo:guest#kalyanik@udel.edu::" providerId="AD" clId="Web-{07723E90-39EF-25B6-3A9E-AB34D43B8A07}" dt="2026-03-02T16:14:06.148" v="765" actId="1076"/>
          <ac:picMkLst>
            <pc:docMk/>
            <pc:sldMk cId="2969858140" sldId="270"/>
            <ac:picMk id="4" creationId="{1362BF07-495F-7596-FC1C-7F799A027847}"/>
          </ac:picMkLst>
        </pc:picChg>
      </pc:sldChg>
      <pc:sldChg chg="addSp delSp modSp new modNotes">
        <pc:chgData name="kalyanik@udel.edu" userId="S::urn:spo:guest#kalyanik@udel.edu::" providerId="AD" clId="Web-{07723E90-39EF-25B6-3A9E-AB34D43B8A07}" dt="2026-03-02T16:25:43.922" v="841" actId="1076"/>
        <pc:sldMkLst>
          <pc:docMk/>
          <pc:sldMk cId="417230757" sldId="271"/>
        </pc:sldMkLst>
        <pc:spChg chg="del">
          <ac:chgData name="kalyanik@udel.edu" userId="S::urn:spo:guest#kalyanik@udel.edu::" providerId="AD" clId="Web-{07723E90-39EF-25B6-3A9E-AB34D43B8A07}" dt="2026-03-02T16:17:10.527" v="774"/>
          <ac:spMkLst>
            <pc:docMk/>
            <pc:sldMk cId="417230757" sldId="271"/>
            <ac:spMk id="2" creationId="{99F8B618-53CC-7AF6-6EDC-3010938816FC}"/>
          </ac:spMkLst>
        </pc:spChg>
        <pc:spChg chg="add mod">
          <ac:chgData name="kalyanik@udel.edu" userId="S::urn:spo:guest#kalyanik@udel.edu::" providerId="AD" clId="Web-{07723E90-39EF-25B6-3A9E-AB34D43B8A07}" dt="2026-03-02T16:24:49.105" v="837" actId="20577"/>
          <ac:spMkLst>
            <pc:docMk/>
            <pc:sldMk cId="417230757" sldId="271"/>
            <ac:spMk id="5" creationId="{8F42A3EE-1DFD-CD33-BA18-B307FED492EE}"/>
          </ac:spMkLst>
        </pc:spChg>
        <pc:spChg chg="add mod">
          <ac:chgData name="kalyanik@udel.edu" userId="S::urn:spo:guest#kalyanik@udel.edu::" providerId="AD" clId="Web-{07723E90-39EF-25B6-3A9E-AB34D43B8A07}" dt="2026-03-02T16:25:43.922" v="841" actId="1076"/>
          <ac:spMkLst>
            <pc:docMk/>
            <pc:sldMk cId="417230757" sldId="271"/>
            <ac:spMk id="6" creationId="{F84D63EC-EC5C-B22B-BDCD-9504780EBD39}"/>
          </ac:spMkLst>
        </pc:spChg>
        <pc:picChg chg="add mod modCrop">
          <ac:chgData name="kalyanik@udel.edu" userId="S::urn:spo:guest#kalyanik@udel.edu::" providerId="AD" clId="Web-{07723E90-39EF-25B6-3A9E-AB34D43B8A07}" dt="2026-03-02T16:19:24.826" v="801"/>
          <ac:picMkLst>
            <pc:docMk/>
            <pc:sldMk cId="417230757" sldId="271"/>
            <ac:picMk id="3" creationId="{01469051-C06F-841C-5E6E-817EBC42E09E}"/>
          </ac:picMkLst>
        </pc:picChg>
        <pc:picChg chg="add mod modCrop">
          <ac:chgData name="kalyanik@udel.edu" userId="S::urn:spo:guest#kalyanik@udel.edu::" providerId="AD" clId="Web-{07723E90-39EF-25B6-3A9E-AB34D43B8A07}" dt="2026-03-02T16:19:44.530" v="804" actId="1076"/>
          <ac:picMkLst>
            <pc:docMk/>
            <pc:sldMk cId="417230757" sldId="271"/>
            <ac:picMk id="4" creationId="{06155C53-B12C-6A64-EE85-FF4A29FEDF5B}"/>
          </ac:picMkLst>
        </pc:picChg>
      </pc:sldChg>
    </pc:docChg>
  </pc:docChgLst>
  <pc:docChgLst>
    <pc:chgData name="daniyar@udel.edu" userId="S::urn:spo:guest#daniyar@udel.edu::" providerId="AD" clId="Web-{E4611144-3B15-E7B8-46A5-D4962BBD7FEA}"/>
    <pc:docChg chg="modSld">
      <pc:chgData name="daniyar@udel.edu" userId="S::urn:spo:guest#daniyar@udel.edu::" providerId="AD" clId="Web-{E4611144-3B15-E7B8-46A5-D4962BBD7FEA}" dt="2026-03-02T18:51:18.913" v="297" actId="1076"/>
      <pc:docMkLst>
        <pc:docMk/>
      </pc:docMkLst>
      <pc:sldChg chg="modSp">
        <pc:chgData name="daniyar@udel.edu" userId="S::urn:spo:guest#daniyar@udel.edu::" providerId="AD" clId="Web-{E4611144-3B15-E7B8-46A5-D4962BBD7FEA}" dt="2026-03-02T16:33:09.335" v="199" actId="20577"/>
        <pc:sldMkLst>
          <pc:docMk/>
          <pc:sldMk cId="0" sldId="259"/>
        </pc:sldMkLst>
        <pc:spChg chg="mod">
          <ac:chgData name="daniyar@udel.edu" userId="S::urn:spo:guest#daniyar@udel.edu::" providerId="AD" clId="Web-{E4611144-3B15-E7B8-46A5-D4962BBD7FEA}" dt="2026-03-02T16:33:09.335" v="199" actId="20577"/>
          <ac:spMkLst>
            <pc:docMk/>
            <pc:sldMk cId="0" sldId="259"/>
            <ac:spMk id="81" creationId="{00000000-0000-0000-0000-000000000000}"/>
          </ac:spMkLst>
        </pc:spChg>
      </pc:sldChg>
      <pc:sldChg chg="modSp">
        <pc:chgData name="daniyar@udel.edu" userId="S::urn:spo:guest#daniyar@udel.edu::" providerId="AD" clId="Web-{E4611144-3B15-E7B8-46A5-D4962BBD7FEA}" dt="2026-03-02T17:02:48.413" v="269" actId="20577"/>
        <pc:sldMkLst>
          <pc:docMk/>
          <pc:sldMk cId="0" sldId="260"/>
        </pc:sldMkLst>
        <pc:spChg chg="mod">
          <ac:chgData name="daniyar@udel.edu" userId="S::urn:spo:guest#daniyar@udel.edu::" providerId="AD" clId="Web-{E4611144-3B15-E7B8-46A5-D4962BBD7FEA}" dt="2026-03-02T16:23:48.042" v="80" actId="20577"/>
          <ac:spMkLst>
            <pc:docMk/>
            <pc:sldMk cId="0" sldId="260"/>
            <ac:spMk id="18" creationId="{B3CBB1A9-95BF-38D3-D461-81B87B000F97}"/>
          </ac:spMkLst>
        </pc:spChg>
        <pc:spChg chg="mod">
          <ac:chgData name="daniyar@udel.edu" userId="S::urn:spo:guest#daniyar@udel.edu::" providerId="AD" clId="Web-{E4611144-3B15-E7B8-46A5-D4962BBD7FEA}" dt="2026-03-02T17:02:48.413" v="269" actId="20577"/>
          <ac:spMkLst>
            <pc:docMk/>
            <pc:sldMk cId="0" sldId="260"/>
            <ac:spMk id="20" creationId="{1C14A032-E55D-8ACE-7406-5DF4320148B4}"/>
          </ac:spMkLst>
        </pc:spChg>
        <pc:spChg chg="mod">
          <ac:chgData name="daniyar@udel.edu" userId="S::urn:spo:guest#daniyar@udel.edu::" providerId="AD" clId="Web-{E4611144-3B15-E7B8-46A5-D4962BBD7FEA}" dt="2026-03-02T16:28:14.577" v="198" actId="20577"/>
          <ac:spMkLst>
            <pc:docMk/>
            <pc:sldMk cId="0" sldId="260"/>
            <ac:spMk id="22" creationId="{76ACA3CE-F7AF-FA4F-004C-C9B894500DD7}"/>
          </ac:spMkLst>
        </pc:spChg>
      </pc:sldChg>
      <pc:sldChg chg="modSp">
        <pc:chgData name="daniyar@udel.edu" userId="S::urn:spo:guest#daniyar@udel.edu::" providerId="AD" clId="Web-{E4611144-3B15-E7B8-46A5-D4962BBD7FEA}" dt="2026-03-02T17:05:37.333" v="287" actId="1076"/>
        <pc:sldMkLst>
          <pc:docMk/>
          <pc:sldMk cId="0" sldId="264"/>
        </pc:sldMkLst>
        <pc:spChg chg="mod">
          <ac:chgData name="daniyar@udel.edu" userId="S::urn:spo:guest#daniyar@udel.edu::" providerId="AD" clId="Web-{E4611144-3B15-E7B8-46A5-D4962BBD7FEA}" dt="2026-03-02T17:05:32.192" v="286" actId="1076"/>
          <ac:spMkLst>
            <pc:docMk/>
            <pc:sldMk cId="0" sldId="264"/>
            <ac:spMk id="3" creationId="{947F6032-C7A0-E553-C874-7CFFEE298C68}"/>
          </ac:spMkLst>
        </pc:spChg>
        <pc:spChg chg="mod">
          <ac:chgData name="daniyar@udel.edu" userId="S::urn:spo:guest#daniyar@udel.edu::" providerId="AD" clId="Web-{E4611144-3B15-E7B8-46A5-D4962BBD7FEA}" dt="2026-03-02T17:05:37.333" v="287" actId="1076"/>
          <ac:spMkLst>
            <pc:docMk/>
            <pc:sldMk cId="0" sldId="264"/>
            <ac:spMk id="6" creationId="{E0B6B8FC-D1EB-A14D-A88E-2ED03CE22156}"/>
          </ac:spMkLst>
        </pc:spChg>
        <pc:spChg chg="mod">
          <ac:chgData name="daniyar@udel.edu" userId="S::urn:spo:guest#daniyar@udel.edu::" providerId="AD" clId="Web-{E4611144-3B15-E7B8-46A5-D4962BBD7FEA}" dt="2026-03-02T16:44:19.197" v="232" actId="1076"/>
          <ac:spMkLst>
            <pc:docMk/>
            <pc:sldMk cId="0" sldId="264"/>
            <ac:spMk id="347" creationId="{00000000-0000-0000-0000-000000000000}"/>
          </ac:spMkLst>
        </pc:spChg>
        <pc:spChg chg="mod">
          <ac:chgData name="daniyar@udel.edu" userId="S::urn:spo:guest#daniyar@udel.edu::" providerId="AD" clId="Web-{E4611144-3B15-E7B8-46A5-D4962BBD7FEA}" dt="2026-03-02T17:05:23.332" v="284" actId="14100"/>
          <ac:spMkLst>
            <pc:docMk/>
            <pc:sldMk cId="0" sldId="264"/>
            <ac:spMk id="348" creationId="{00000000-0000-0000-0000-000000000000}"/>
          </ac:spMkLst>
        </pc:spChg>
        <pc:spChg chg="mod">
          <ac:chgData name="daniyar@udel.edu" userId="S::urn:spo:guest#daniyar@udel.edu::" providerId="AD" clId="Web-{E4611144-3B15-E7B8-46A5-D4962BBD7FEA}" dt="2026-03-02T16:44:08.400" v="231" actId="1076"/>
          <ac:spMkLst>
            <pc:docMk/>
            <pc:sldMk cId="0" sldId="264"/>
            <ac:spMk id="368" creationId="{00000000-0000-0000-0000-000000000000}"/>
          </ac:spMkLst>
        </pc:spChg>
        <pc:spChg chg="mod">
          <ac:chgData name="daniyar@udel.edu" userId="S::urn:spo:guest#daniyar@udel.edu::" providerId="AD" clId="Web-{E4611144-3B15-E7B8-46A5-D4962BBD7FEA}" dt="2026-03-02T17:05:29.832" v="285" actId="1076"/>
          <ac:spMkLst>
            <pc:docMk/>
            <pc:sldMk cId="0" sldId="264"/>
            <ac:spMk id="370" creationId="{00000000-0000-0000-0000-000000000000}"/>
          </ac:spMkLst>
        </pc:spChg>
        <pc:spChg chg="mod">
          <ac:chgData name="daniyar@udel.edu" userId="S::urn:spo:guest#daniyar@udel.edu::" providerId="AD" clId="Web-{E4611144-3B15-E7B8-46A5-D4962BBD7FEA}" dt="2026-03-02T16:44:51.338" v="237" actId="14100"/>
          <ac:spMkLst>
            <pc:docMk/>
            <pc:sldMk cId="0" sldId="264"/>
            <ac:spMk id="373" creationId="{00000000-0000-0000-0000-000000000000}"/>
          </ac:spMkLst>
        </pc:spChg>
        <pc:grpChg chg="mod">
          <ac:chgData name="daniyar@udel.edu" userId="S::urn:spo:guest#daniyar@udel.edu::" providerId="AD" clId="Web-{E4611144-3B15-E7B8-46A5-D4962BBD7FEA}" dt="2026-03-02T16:43:45.712" v="226" actId="1076"/>
          <ac:grpSpMkLst>
            <pc:docMk/>
            <pc:sldMk cId="0" sldId="264"/>
            <ac:grpSpMk id="346" creationId="{00000000-0000-0000-0000-000000000000}"/>
          </ac:grpSpMkLst>
        </pc:grpChg>
      </pc:sldChg>
      <pc:sldChg chg="addSp delSp modSp">
        <pc:chgData name="daniyar@udel.edu" userId="S::urn:spo:guest#daniyar@udel.edu::" providerId="AD" clId="Web-{E4611144-3B15-E7B8-46A5-D4962BBD7FEA}" dt="2026-03-02T17:17:03.949" v="292" actId="20577"/>
        <pc:sldMkLst>
          <pc:docMk/>
          <pc:sldMk cId="1531665774" sldId="269"/>
        </pc:sldMkLst>
        <pc:spChg chg="mod">
          <ac:chgData name="daniyar@udel.edu" userId="S::urn:spo:guest#daniyar@udel.edu::" providerId="AD" clId="Web-{E4611144-3B15-E7B8-46A5-D4962BBD7FEA}" dt="2026-03-02T17:17:03.949" v="292" actId="20577"/>
          <ac:spMkLst>
            <pc:docMk/>
            <pc:sldMk cId="1531665774" sldId="269"/>
            <ac:spMk id="4" creationId="{18A2C64F-F20E-35B5-4DC7-6FB8BFF6AA89}"/>
          </ac:spMkLst>
        </pc:spChg>
        <pc:spChg chg="mod">
          <ac:chgData name="daniyar@udel.edu" userId="S::urn:spo:guest#daniyar@udel.edu::" providerId="AD" clId="Web-{E4611144-3B15-E7B8-46A5-D4962BBD7FEA}" dt="2026-03-02T17:16:40.964" v="290" actId="14100"/>
          <ac:spMkLst>
            <pc:docMk/>
            <pc:sldMk cId="1531665774" sldId="269"/>
            <ac:spMk id="347" creationId="{8A7B0F45-CFCD-9F9A-60A9-96B37C39727C}"/>
          </ac:spMkLst>
        </pc:spChg>
        <pc:spChg chg="mod">
          <ac:chgData name="daniyar@udel.edu" userId="S::urn:spo:guest#daniyar@udel.edu::" providerId="AD" clId="Web-{E4611144-3B15-E7B8-46A5-D4962BBD7FEA}" dt="2026-03-02T17:04:57.189" v="282" actId="1076"/>
          <ac:spMkLst>
            <pc:docMk/>
            <pc:sldMk cId="1531665774" sldId="269"/>
            <ac:spMk id="348" creationId="{735D75C0-9A3F-95F1-BABB-888DA72199CD}"/>
          </ac:spMkLst>
        </pc:spChg>
        <pc:spChg chg="mod">
          <ac:chgData name="daniyar@udel.edu" userId="S::urn:spo:guest#daniyar@udel.edu::" providerId="AD" clId="Web-{E4611144-3B15-E7B8-46A5-D4962BBD7FEA}" dt="2026-03-02T17:03:29.119" v="270" actId="14100"/>
          <ac:spMkLst>
            <pc:docMk/>
            <pc:sldMk cId="1531665774" sldId="269"/>
            <ac:spMk id="368" creationId="{BEC2981A-CAE1-8526-6995-307FF1329613}"/>
          </ac:spMkLst>
        </pc:spChg>
        <pc:graphicFrameChg chg="add del mod">
          <ac:chgData name="daniyar@udel.edu" userId="S::urn:spo:guest#daniyar@udel.edu::" providerId="AD" clId="Web-{E4611144-3B15-E7B8-46A5-D4962BBD7FEA}" dt="2026-03-02T17:02:37.991" v="260"/>
          <ac:graphicFrameMkLst>
            <pc:docMk/>
            <pc:sldMk cId="1531665774" sldId="269"/>
            <ac:graphicFrameMk id="3" creationId="{602F4671-567A-4E78-5446-F336A2863EEB}"/>
          </ac:graphicFrameMkLst>
        </pc:graphicFrameChg>
        <pc:graphicFrameChg chg="mod">
          <ac:chgData name="daniyar@udel.edu" userId="S::urn:spo:guest#daniyar@udel.edu::" providerId="AD" clId="Web-{E4611144-3B15-E7B8-46A5-D4962BBD7FEA}" dt="2026-03-02T17:02:26.491" v="258" actId="1076"/>
          <ac:graphicFrameMkLst>
            <pc:docMk/>
            <pc:sldMk cId="1531665774" sldId="269"/>
            <ac:graphicFrameMk id="345" creationId="{E9C6F7B5-7218-0909-E22F-B3E939F0DF87}"/>
          </ac:graphicFrameMkLst>
        </pc:graphicFrameChg>
      </pc:sldChg>
      <pc:sldChg chg="addSp delSp modSp">
        <pc:chgData name="daniyar@udel.edu" userId="S::urn:spo:guest#daniyar@udel.edu::" providerId="AD" clId="Web-{E4611144-3B15-E7B8-46A5-D4962BBD7FEA}" dt="2026-03-02T18:51:18.913" v="297" actId="1076"/>
        <pc:sldMkLst>
          <pc:docMk/>
          <pc:sldMk cId="2969858140" sldId="270"/>
        </pc:sldMkLst>
        <pc:picChg chg="del">
          <ac:chgData name="daniyar@udel.edu" userId="S::urn:spo:guest#daniyar@udel.edu::" providerId="AD" clId="Web-{E4611144-3B15-E7B8-46A5-D4962BBD7FEA}" dt="2026-03-02T18:51:11.569" v="294"/>
          <ac:picMkLst>
            <pc:docMk/>
            <pc:sldMk cId="2969858140" sldId="270"/>
            <ac:picMk id="4" creationId="{1362BF07-495F-7596-FC1C-7F799A027847}"/>
          </ac:picMkLst>
        </pc:picChg>
        <pc:picChg chg="add mod">
          <ac:chgData name="daniyar@udel.edu" userId="S::urn:spo:guest#daniyar@udel.edu::" providerId="AD" clId="Web-{E4611144-3B15-E7B8-46A5-D4962BBD7FEA}" dt="2026-03-02T18:51:18.913" v="297" actId="1076"/>
          <ac:picMkLst>
            <pc:docMk/>
            <pc:sldMk cId="2969858140" sldId="270"/>
            <ac:picMk id="5" creationId="{1D62A5B4-C90C-3452-5C13-DA2E7206AF70}"/>
          </ac:picMkLst>
        </pc:picChg>
      </pc:sldChg>
    </pc:docChg>
  </pc:docChgLst>
  <pc:docChgLst>
    <pc:chgData name="dtrott@udel.edu" userId="S::urn:spo:guest#dtrott@udel.edu::" providerId="AD" clId="Web-{7F4DB388-3953-69DB-90EF-073326233ABA}"/>
    <pc:docChg chg="addSld modSld">
      <pc:chgData name="dtrott@udel.edu" userId="S::urn:spo:guest#dtrott@udel.edu::" providerId="AD" clId="Web-{7F4DB388-3953-69DB-90EF-073326233ABA}" dt="2026-03-01T20:40:16.248" v="647" actId="1076"/>
      <pc:docMkLst>
        <pc:docMk/>
      </pc:docMkLst>
      <pc:sldChg chg="modSp">
        <pc:chgData name="dtrott@udel.edu" userId="S::urn:spo:guest#dtrott@udel.edu::" providerId="AD" clId="Web-{7F4DB388-3953-69DB-90EF-073326233ABA}" dt="2026-03-01T20:14:03.082" v="58" actId="20577"/>
        <pc:sldMkLst>
          <pc:docMk/>
          <pc:sldMk cId="0" sldId="256"/>
        </pc:sldMkLst>
        <pc:spChg chg="mod">
          <ac:chgData name="dtrott@udel.edu" userId="S::urn:spo:guest#dtrott@udel.edu::" providerId="AD" clId="Web-{7F4DB388-3953-69DB-90EF-073326233ABA}" dt="2026-03-01T20:13:13.072" v="30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14:03.082" v="58" actId="20577"/>
          <ac:spMkLst>
            <pc:docMk/>
            <pc:sldMk cId="0" sldId="256"/>
            <ac:spMk id="56" creationId="{00000000-0000-0000-0000-000000000000}"/>
          </ac:spMkLst>
        </pc:spChg>
      </pc:sldChg>
      <pc:sldChg chg="addSp modSp">
        <pc:chgData name="dtrott@udel.edu" userId="S::urn:spo:guest#dtrott@udel.edu::" providerId="AD" clId="Web-{7F4DB388-3953-69DB-90EF-073326233ABA}" dt="2026-03-01T20:40:16.248" v="647" actId="1076"/>
        <pc:sldMkLst>
          <pc:docMk/>
          <pc:sldMk cId="0" sldId="257"/>
        </pc:sldMkLst>
        <pc:spChg chg="add mod">
          <ac:chgData name="dtrott@udel.edu" userId="S::urn:spo:guest#dtrott@udel.edu::" providerId="AD" clId="Web-{7F4DB388-3953-69DB-90EF-073326233ABA}" dt="2026-03-01T20:40:16.248" v="647" actId="1076"/>
          <ac:spMkLst>
            <pc:docMk/>
            <pc:sldMk cId="0" sldId="257"/>
            <ac:spMk id="2" creationId="{40266BFA-8E3D-8F69-A0EE-555B296ED199}"/>
          </ac:spMkLst>
        </pc:spChg>
        <pc:spChg chg="mod">
          <ac:chgData name="dtrott@udel.edu" userId="S::urn:spo:guest#dtrott@udel.edu::" providerId="AD" clId="Web-{7F4DB388-3953-69DB-90EF-073326233ABA}" dt="2026-03-01T20:13:04.148" v="26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34:53.651" v="615" actId="1076"/>
          <ac:spMkLst>
            <pc:docMk/>
            <pc:sldMk cId="0" sldId="257"/>
            <ac:spMk id="64" creationId="{00000000-0000-0000-0000-000000000000}"/>
          </ac:spMkLst>
        </pc:spChg>
        <pc:picChg chg="mod">
          <ac:chgData name="dtrott@udel.edu" userId="S::urn:spo:guest#dtrott@udel.edu::" providerId="AD" clId="Web-{7F4DB388-3953-69DB-90EF-073326233ABA}" dt="2026-03-01T20:34:56.354" v="616" actId="1076"/>
          <ac:picMkLst>
            <pc:docMk/>
            <pc:sldMk cId="0" sldId="257"/>
            <ac:picMk id="65" creationId="{00000000-0000-0000-0000-000000000000}"/>
          </ac:picMkLst>
        </pc:picChg>
      </pc:sldChg>
      <pc:sldChg chg="addSp modSp addAnim delAnim modAnim">
        <pc:chgData name="dtrott@udel.edu" userId="S::urn:spo:guest#dtrott@udel.edu::" providerId="AD" clId="Web-{7F4DB388-3953-69DB-90EF-073326233ABA}" dt="2026-03-01T20:14:17.068" v="60" actId="1076"/>
        <pc:sldMkLst>
          <pc:docMk/>
          <pc:sldMk cId="0" sldId="258"/>
        </pc:sldMkLst>
        <pc:spChg chg="add mod">
          <ac:chgData name="dtrott@udel.edu" userId="S::urn:spo:guest#dtrott@udel.edu::" providerId="AD" clId="Web-{7F4DB388-3953-69DB-90EF-073326233ABA}" dt="2026-03-01T20:10:49.516" v="14" actId="1076"/>
          <ac:spMkLst>
            <pc:docMk/>
            <pc:sldMk cId="0" sldId="258"/>
            <ac:spMk id="2" creationId="{FE6F7965-A0EA-9B0E-B6A4-751D60118E01}"/>
          </ac:spMkLst>
        </pc:spChg>
        <pc:spChg chg="mod">
          <ac:chgData name="dtrott@udel.edu" userId="S::urn:spo:guest#dtrott@udel.edu::" providerId="AD" clId="Web-{7F4DB388-3953-69DB-90EF-073326233ABA}" dt="2026-03-01T20:14:17.068" v="60" actId="1076"/>
          <ac:spMkLst>
            <pc:docMk/>
            <pc:sldMk cId="0" sldId="258"/>
            <ac:spMk id="70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12:29.722" v="22" actId="20577"/>
          <ac:spMkLst>
            <pc:docMk/>
            <pc:sldMk cId="0" sldId="258"/>
            <ac:spMk id="71" creationId="{00000000-0000-0000-0000-000000000000}"/>
          </ac:spMkLst>
        </pc:spChg>
      </pc:sldChg>
      <pc:sldChg chg="modSp">
        <pc:chgData name="dtrott@udel.edu" userId="S::urn:spo:guest#dtrott@udel.edu::" providerId="AD" clId="Web-{7F4DB388-3953-69DB-90EF-073326233ABA}" dt="2026-03-01T20:33:57.244" v="603" actId="20577"/>
        <pc:sldMkLst>
          <pc:docMk/>
          <pc:sldMk cId="0" sldId="259"/>
        </pc:sldMkLst>
        <pc:spChg chg="mod">
          <ac:chgData name="dtrott@udel.edu" userId="S::urn:spo:guest#dtrott@udel.edu::" providerId="AD" clId="Web-{7F4DB388-3953-69DB-90EF-073326233ABA}" dt="2026-03-01T20:33:57.244" v="603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14:30.320" v="63" actId="2057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15:58.751" v="90" actId="20577"/>
          <ac:spMkLst>
            <pc:docMk/>
            <pc:sldMk cId="0" sldId="259"/>
            <ac:spMk id="83" creationId="{00000000-0000-0000-0000-000000000000}"/>
          </ac:spMkLst>
        </pc:spChg>
        <pc:picChg chg="mod">
          <ac:chgData name="dtrott@udel.edu" userId="S::urn:spo:guest#dtrott@udel.edu::" providerId="AD" clId="Web-{7F4DB388-3953-69DB-90EF-073326233ABA}" dt="2026-03-01T20:14:36.993" v="65" actId="1076"/>
          <ac:picMkLst>
            <pc:docMk/>
            <pc:sldMk cId="0" sldId="259"/>
            <ac:picMk id="84" creationId="{00000000-0000-0000-0000-000000000000}"/>
          </ac:picMkLst>
        </pc:picChg>
      </pc:sldChg>
      <pc:sldChg chg="modSp">
        <pc:chgData name="dtrott@udel.edu" userId="S::urn:spo:guest#dtrott@udel.edu::" providerId="AD" clId="Web-{7F4DB388-3953-69DB-90EF-073326233ABA}" dt="2026-03-01T20:34:06.885" v="612" actId="1076"/>
        <pc:sldMkLst>
          <pc:docMk/>
          <pc:sldMk cId="0" sldId="260"/>
        </pc:sldMkLst>
        <pc:spChg chg="mod">
          <ac:chgData name="dtrott@udel.edu" userId="S::urn:spo:guest#dtrott@udel.edu::" providerId="AD" clId="Web-{7F4DB388-3953-69DB-90EF-073326233ABA}" dt="2026-03-01T20:34:06.775" v="605" actId="1076"/>
          <ac:spMkLst>
            <pc:docMk/>
            <pc:sldMk cId="0" sldId="260"/>
            <ac:spMk id="8" creationId="{F9E90ED4-16FE-DABF-0F0A-A13978F5640A}"/>
          </ac:spMkLst>
        </pc:spChg>
        <pc:spChg chg="mod">
          <ac:chgData name="dtrott@udel.edu" userId="S::urn:spo:guest#dtrott@udel.edu::" providerId="AD" clId="Web-{7F4DB388-3953-69DB-90EF-073326233ABA}" dt="2026-03-01T20:34:06.791" v="606" actId="1076"/>
          <ac:spMkLst>
            <pc:docMk/>
            <pc:sldMk cId="0" sldId="260"/>
            <ac:spMk id="11" creationId="{E82424F6-FF38-CF4F-0360-4462B1F58681}"/>
          </ac:spMkLst>
        </pc:spChg>
        <pc:spChg chg="mod">
          <ac:chgData name="dtrott@udel.edu" userId="S::urn:spo:guest#dtrott@udel.edu::" providerId="AD" clId="Web-{7F4DB388-3953-69DB-90EF-073326233ABA}" dt="2026-03-01T20:34:06.806" v="607" actId="1076"/>
          <ac:spMkLst>
            <pc:docMk/>
            <pc:sldMk cId="0" sldId="260"/>
            <ac:spMk id="13" creationId="{6A70CAD1-2054-C3FE-4376-5DB74E8299ED}"/>
          </ac:spMkLst>
        </pc:spChg>
        <pc:spChg chg="mod">
          <ac:chgData name="dtrott@udel.edu" userId="S::urn:spo:guest#dtrott@udel.edu::" providerId="AD" clId="Web-{7F4DB388-3953-69DB-90EF-073326233ABA}" dt="2026-03-01T20:34:06.822" v="608" actId="1076"/>
          <ac:spMkLst>
            <pc:docMk/>
            <pc:sldMk cId="0" sldId="260"/>
            <ac:spMk id="17" creationId="{4411F478-70C6-FA8B-EAD6-C96ED953F833}"/>
          </ac:spMkLst>
        </pc:spChg>
        <pc:spChg chg="mod">
          <ac:chgData name="dtrott@udel.edu" userId="S::urn:spo:guest#dtrott@udel.edu::" providerId="AD" clId="Web-{7F4DB388-3953-69DB-90EF-073326233ABA}" dt="2026-03-01T20:34:06.838" v="609" actId="1076"/>
          <ac:spMkLst>
            <pc:docMk/>
            <pc:sldMk cId="0" sldId="260"/>
            <ac:spMk id="18" creationId="{B3CBB1A9-95BF-38D3-D461-81B87B000F97}"/>
          </ac:spMkLst>
        </pc:spChg>
        <pc:spChg chg="mod">
          <ac:chgData name="dtrott@udel.edu" userId="S::urn:spo:guest#dtrott@udel.edu::" providerId="AD" clId="Web-{7F4DB388-3953-69DB-90EF-073326233ABA}" dt="2026-03-01T20:34:06.853" v="610" actId="1076"/>
          <ac:spMkLst>
            <pc:docMk/>
            <pc:sldMk cId="0" sldId="260"/>
            <ac:spMk id="20" creationId="{1C14A032-E55D-8ACE-7406-5DF4320148B4}"/>
          </ac:spMkLst>
        </pc:spChg>
        <pc:spChg chg="mod">
          <ac:chgData name="dtrott@udel.edu" userId="S::urn:spo:guest#dtrott@udel.edu::" providerId="AD" clId="Web-{7F4DB388-3953-69DB-90EF-073326233ABA}" dt="2026-03-01T20:34:06.869" v="611" actId="1076"/>
          <ac:spMkLst>
            <pc:docMk/>
            <pc:sldMk cId="0" sldId="260"/>
            <ac:spMk id="21" creationId="{13D1C3E9-0D92-4EFA-E637-DC10B6F0A55A}"/>
          </ac:spMkLst>
        </pc:spChg>
        <pc:spChg chg="mod">
          <ac:chgData name="dtrott@udel.edu" userId="S::urn:spo:guest#dtrott@udel.edu::" providerId="AD" clId="Web-{7F4DB388-3953-69DB-90EF-073326233ABA}" dt="2026-03-01T20:34:06.885" v="612" actId="1076"/>
          <ac:spMkLst>
            <pc:docMk/>
            <pc:sldMk cId="0" sldId="260"/>
            <ac:spMk id="22" creationId="{76ACA3CE-F7AF-FA4F-004C-C9B894500DD7}"/>
          </ac:spMkLst>
        </pc:spChg>
        <pc:spChg chg="mod">
          <ac:chgData name="dtrott@udel.edu" userId="S::urn:spo:guest#dtrott@udel.edu::" providerId="AD" clId="Web-{7F4DB388-3953-69DB-90EF-073326233ABA}" dt="2026-03-01T20:34:00.853" v="604" actId="1076"/>
          <ac:spMkLst>
            <pc:docMk/>
            <pc:sldMk cId="0" sldId="260"/>
            <ac:spMk id="89" creationId="{00000000-0000-0000-0000-000000000000}"/>
          </ac:spMkLst>
        </pc:spChg>
      </pc:sldChg>
      <pc:sldChg chg="modSp">
        <pc:chgData name="dtrott@udel.edu" userId="S::urn:spo:guest#dtrott@udel.edu::" providerId="AD" clId="Web-{7F4DB388-3953-69DB-90EF-073326233ABA}" dt="2026-03-01T20:17:53.438" v="198" actId="14100"/>
        <pc:sldMkLst>
          <pc:docMk/>
          <pc:sldMk cId="0" sldId="261"/>
        </pc:sldMkLst>
        <pc:spChg chg="mod">
          <ac:chgData name="dtrott@udel.edu" userId="S::urn:spo:guest#dtrott@udel.edu::" providerId="AD" clId="Web-{7F4DB388-3953-69DB-90EF-073326233ABA}" dt="2026-03-01T20:16:38.440" v="105" actId="20577"/>
          <ac:spMkLst>
            <pc:docMk/>
            <pc:sldMk cId="0" sldId="261"/>
            <ac:spMk id="95" creationId="{00000000-0000-0000-0000-000000000000}"/>
          </ac:spMkLst>
        </pc:spChg>
        <pc:spChg chg="mod">
          <ac:chgData name="dtrott@udel.edu" userId="S::urn:spo:guest#dtrott@udel.edu::" providerId="AD" clId="Web-{7F4DB388-3953-69DB-90EF-073326233ABA}" dt="2026-03-01T20:17:53.438" v="198" actId="14100"/>
          <ac:spMkLst>
            <pc:docMk/>
            <pc:sldMk cId="0" sldId="261"/>
            <ac:spMk id="270" creationId="{BA831C0A-E280-1FE4-AEF4-5202E5589ACB}"/>
          </ac:spMkLst>
        </pc:spChg>
        <pc:spChg chg="mod">
          <ac:chgData name="dtrott@udel.edu" userId="S::urn:spo:guest#dtrott@udel.edu::" providerId="AD" clId="Web-{7F4DB388-3953-69DB-90EF-073326233ABA}" dt="2026-03-01T20:16:35.987" v="104" actId="20577"/>
          <ac:spMkLst>
            <pc:docMk/>
            <pc:sldMk cId="0" sldId="261"/>
            <ac:spMk id="271" creationId="{81BFE1DD-0360-0B34-3C20-4868A3BFF0DE}"/>
          </ac:spMkLst>
        </pc:spChg>
      </pc:sldChg>
      <pc:sldChg chg="modSp">
        <pc:chgData name="dtrott@udel.edu" userId="S::urn:spo:guest#dtrott@udel.edu::" providerId="AD" clId="Web-{7F4DB388-3953-69DB-90EF-073326233ABA}" dt="2026-03-01T20:16:27.956" v="99" actId="20577"/>
        <pc:sldMkLst>
          <pc:docMk/>
          <pc:sldMk cId="0" sldId="264"/>
        </pc:sldMkLst>
        <pc:spChg chg="mod">
          <ac:chgData name="dtrott@udel.edu" userId="S::urn:spo:guest#dtrott@udel.edu::" providerId="AD" clId="Web-{7F4DB388-3953-69DB-90EF-073326233ABA}" dt="2026-03-01T20:16:27.956" v="99" actId="20577"/>
          <ac:spMkLst>
            <pc:docMk/>
            <pc:sldMk cId="0" sldId="264"/>
            <ac:spMk id="344" creationId="{00000000-0000-0000-0000-000000000000}"/>
          </ac:spMkLst>
        </pc:spChg>
      </pc:sldChg>
      <pc:sldChg chg="addSp delSp modSp new">
        <pc:chgData name="dtrott@udel.edu" userId="S::urn:spo:guest#dtrott@udel.edu::" providerId="AD" clId="Web-{7F4DB388-3953-69DB-90EF-073326233ABA}" dt="2026-03-01T20:34:15.119" v="613" actId="1076"/>
        <pc:sldMkLst>
          <pc:docMk/>
          <pc:sldMk cId="1738400009" sldId="265"/>
        </pc:sldMkLst>
        <pc:spChg chg="add mod">
          <ac:chgData name="dtrott@udel.edu" userId="S::urn:spo:guest#dtrott@udel.edu::" providerId="AD" clId="Web-{7F4DB388-3953-69DB-90EF-073326233ABA}" dt="2026-03-01T20:34:15.119" v="613" actId="1076"/>
          <ac:spMkLst>
            <pc:docMk/>
            <pc:sldMk cId="1738400009" sldId="265"/>
            <ac:spMk id="8" creationId="{F1E2A40E-A974-D7C3-D525-115FFDB4890F}"/>
          </ac:spMkLst>
        </pc:spChg>
        <pc:spChg chg="add mod ord">
          <ac:chgData name="dtrott@udel.edu" userId="S::urn:spo:guest#dtrott@udel.edu::" providerId="AD" clId="Web-{7F4DB388-3953-69DB-90EF-073326233ABA}" dt="2026-03-01T20:20:19.752" v="230"/>
          <ac:spMkLst>
            <pc:docMk/>
            <pc:sldMk cId="1738400009" sldId="265"/>
            <ac:spMk id="9" creationId="{EA707B12-9252-B540-278D-A8C8475D02BF}"/>
          </ac:spMkLst>
        </pc:spChg>
        <pc:picChg chg="add del mod">
          <ac:chgData name="dtrott@udel.edu" userId="S::urn:spo:guest#dtrott@udel.edu::" providerId="AD" clId="Web-{7F4DB388-3953-69DB-90EF-073326233ABA}" dt="2026-03-01T20:18:30.061" v="202"/>
          <ac:picMkLst>
            <pc:docMk/>
            <pc:sldMk cId="1738400009" sldId="265"/>
            <ac:picMk id="4" creationId="{4CFD2E99-3185-06AF-4AE8-8BF42A84D8A8}"/>
          </ac:picMkLst>
        </pc:picChg>
        <pc:picChg chg="add del mod">
          <ac:chgData name="dtrott@udel.edu" userId="S::urn:spo:guest#dtrott@udel.edu::" providerId="AD" clId="Web-{7F4DB388-3953-69DB-90EF-073326233ABA}" dt="2026-03-01T20:18:49.795" v="207"/>
          <ac:picMkLst>
            <pc:docMk/>
            <pc:sldMk cId="1738400009" sldId="265"/>
            <ac:picMk id="5" creationId="{E165EA12-0ACB-C00B-24C8-F91F44AB05B7}"/>
          </ac:picMkLst>
        </pc:picChg>
        <pc:picChg chg="add del mod">
          <ac:chgData name="dtrott@udel.edu" userId="S::urn:spo:guest#dtrott@udel.edu::" providerId="AD" clId="Web-{7F4DB388-3953-69DB-90EF-073326233ABA}" dt="2026-03-01T20:19:02.529" v="211"/>
          <ac:picMkLst>
            <pc:docMk/>
            <pc:sldMk cId="1738400009" sldId="265"/>
            <ac:picMk id="6" creationId="{8040D06B-032C-AF81-D4CE-53EB675A82CE}"/>
          </ac:picMkLst>
        </pc:picChg>
        <pc:picChg chg="add mod">
          <ac:chgData name="dtrott@udel.edu" userId="S::urn:spo:guest#dtrott@udel.edu::" providerId="AD" clId="Web-{7F4DB388-3953-69DB-90EF-073326233ABA}" dt="2026-03-01T20:19:10.950" v="215" actId="14100"/>
          <ac:picMkLst>
            <pc:docMk/>
            <pc:sldMk cId="1738400009" sldId="265"/>
            <ac:picMk id="7" creationId="{6404AD0A-18E4-4817-CB9A-95BCE69DE4A4}"/>
          </ac:picMkLst>
        </pc:picChg>
      </pc:sldChg>
      <pc:sldChg chg="modSp new">
        <pc:chgData name="dtrott@udel.edu" userId="S::urn:spo:guest#dtrott@udel.edu::" providerId="AD" clId="Web-{7F4DB388-3953-69DB-90EF-073326233ABA}" dt="2026-03-01T20:22:52.462" v="274" actId="1076"/>
        <pc:sldMkLst>
          <pc:docMk/>
          <pc:sldMk cId="3829172708" sldId="266"/>
        </pc:sldMkLst>
        <pc:spChg chg="mod">
          <ac:chgData name="dtrott@udel.edu" userId="S::urn:spo:guest#dtrott@udel.edu::" providerId="AD" clId="Web-{7F4DB388-3953-69DB-90EF-073326233ABA}" dt="2026-03-01T20:22:50.227" v="273" actId="1076"/>
          <ac:spMkLst>
            <pc:docMk/>
            <pc:sldMk cId="3829172708" sldId="266"/>
            <ac:spMk id="2" creationId="{38D51954-1E4B-4C2C-84FE-1624BCAE58E6}"/>
          </ac:spMkLst>
        </pc:spChg>
        <pc:spChg chg="mod">
          <ac:chgData name="dtrott@udel.edu" userId="S::urn:spo:guest#dtrott@udel.edu::" providerId="AD" clId="Web-{7F4DB388-3953-69DB-90EF-073326233ABA}" dt="2026-03-01T20:22:52.462" v="274" actId="1076"/>
          <ac:spMkLst>
            <pc:docMk/>
            <pc:sldMk cId="3829172708" sldId="266"/>
            <ac:spMk id="3" creationId="{A9A605EE-EDF2-8C73-C1F9-885687DC1262}"/>
          </ac:spMkLst>
        </pc:spChg>
      </pc:sldChg>
      <pc:sldChg chg="modSp new">
        <pc:chgData name="dtrott@udel.edu" userId="S::urn:spo:guest#dtrott@udel.edu::" providerId="AD" clId="Web-{7F4DB388-3953-69DB-90EF-073326233ABA}" dt="2026-03-01T20:24:16.354" v="314" actId="20577"/>
        <pc:sldMkLst>
          <pc:docMk/>
          <pc:sldMk cId="3955228342" sldId="267"/>
        </pc:sldMkLst>
        <pc:spChg chg="mod">
          <ac:chgData name="dtrott@udel.edu" userId="S::urn:spo:guest#dtrott@udel.edu::" providerId="AD" clId="Web-{7F4DB388-3953-69DB-90EF-073326233ABA}" dt="2026-03-01T20:24:16.354" v="314" actId="20577"/>
          <ac:spMkLst>
            <pc:docMk/>
            <pc:sldMk cId="3955228342" sldId="267"/>
            <ac:spMk id="2" creationId="{248EBBA9-B857-B497-2824-B8D1BB81BED9}"/>
          </ac:spMkLst>
        </pc:spChg>
        <pc:spChg chg="mod">
          <ac:chgData name="dtrott@udel.edu" userId="S::urn:spo:guest#dtrott@udel.edu::" providerId="AD" clId="Web-{7F4DB388-3953-69DB-90EF-073326233ABA}" dt="2026-03-01T20:23:40.885" v="304" actId="20577"/>
          <ac:spMkLst>
            <pc:docMk/>
            <pc:sldMk cId="3955228342" sldId="267"/>
            <ac:spMk id="3" creationId="{A5AF00AF-6DFF-3B0A-EC84-A675EC14D39C}"/>
          </ac:spMkLst>
        </pc:spChg>
      </pc:sldChg>
    </pc:docChg>
  </pc:docChgLst>
  <pc:docChgLst>
    <pc:chgData name="dtrott@udel.edu" userId="S::urn:spo:guest#dtrott@udel.edu::" providerId="AD" clId="Web-{815F99E5-D5F1-3B33-CCC1-2C9E4D37F49D}"/>
    <pc:docChg chg="modSld">
      <pc:chgData name="dtrott@udel.edu" userId="S::urn:spo:guest#dtrott@udel.edu::" providerId="AD" clId="Web-{815F99E5-D5F1-3B33-CCC1-2C9E4D37F49D}" dt="2026-03-01T21:23:30.915" v="88" actId="20577"/>
      <pc:docMkLst>
        <pc:docMk/>
      </pc:docMkLst>
      <pc:sldChg chg="modSp">
        <pc:chgData name="dtrott@udel.edu" userId="S::urn:spo:guest#dtrott@udel.edu::" providerId="AD" clId="Web-{815F99E5-D5F1-3B33-CCC1-2C9E4D37F49D}" dt="2026-03-01T21:23:30.915" v="88" actId="20577"/>
        <pc:sldMkLst>
          <pc:docMk/>
          <pc:sldMk cId="3955228342" sldId="267"/>
        </pc:sldMkLst>
        <pc:spChg chg="mod">
          <ac:chgData name="dtrott@udel.edu" userId="S::urn:spo:guest#dtrott@udel.edu::" providerId="AD" clId="Web-{815F99E5-D5F1-3B33-CCC1-2C9E4D37F49D}" dt="2026-03-01T21:23:30.915" v="88" actId="20577"/>
          <ac:spMkLst>
            <pc:docMk/>
            <pc:sldMk cId="3955228342" sldId="267"/>
            <ac:spMk id="3" creationId="{A5AF00AF-6DFF-3B0A-EC84-A675EC14D39C}"/>
          </ac:spMkLst>
        </pc:spChg>
      </pc:sldChg>
    </pc:docChg>
  </pc:docChgLst>
  <pc:docChgLst>
    <pc:chgData name="dtrott@udel.edu" userId="S::urn:spo:guest#dtrott@udel.edu::" providerId="AD" clId="Web-{E23F4DF6-3DF3-FC76-4EFC-E88D886C17C0}"/>
    <pc:docChg chg="modSld">
      <pc:chgData name="dtrott@udel.edu" userId="S::urn:spo:guest#dtrott@udel.edu::" providerId="AD" clId="Web-{E23F4DF6-3DF3-FC76-4EFC-E88D886C17C0}" dt="2026-03-02T15:15:13.204" v="2" actId="1076"/>
      <pc:docMkLst>
        <pc:docMk/>
      </pc:docMkLst>
      <pc:sldChg chg="modSp">
        <pc:chgData name="dtrott@udel.edu" userId="S::urn:spo:guest#dtrott@udel.edu::" providerId="AD" clId="Web-{E23F4DF6-3DF3-FC76-4EFC-E88D886C17C0}" dt="2026-03-02T15:15:13.204" v="2" actId="1076"/>
        <pc:sldMkLst>
          <pc:docMk/>
          <pc:sldMk cId="0" sldId="257"/>
        </pc:sldMkLst>
        <pc:spChg chg="mod">
          <ac:chgData name="dtrott@udel.edu" userId="S::urn:spo:guest#dtrott@udel.edu::" providerId="AD" clId="Web-{E23F4DF6-3DF3-FC76-4EFC-E88D886C17C0}" dt="2026-03-02T15:15:02.610" v="0" actId="20577"/>
          <ac:spMkLst>
            <pc:docMk/>
            <pc:sldMk cId="0" sldId="257"/>
            <ac:spMk id="2" creationId="{40266BFA-8E3D-8F69-A0EE-555B296ED199}"/>
          </ac:spMkLst>
        </pc:spChg>
        <pc:spChg chg="mod">
          <ac:chgData name="dtrott@udel.edu" userId="S::urn:spo:guest#dtrott@udel.edu::" providerId="AD" clId="Web-{E23F4DF6-3DF3-FC76-4EFC-E88D886C17C0}" dt="2026-03-02T15:15:13.204" v="2" actId="1076"/>
          <ac:spMkLst>
            <pc:docMk/>
            <pc:sldMk cId="0" sldId="257"/>
            <ac:spMk id="64" creationId="{00000000-0000-0000-0000-000000000000}"/>
          </ac:spMkLst>
        </pc:spChg>
      </pc:sldChg>
    </pc:docChg>
  </pc:docChgLst>
  <pc:docChgLst>
    <pc:chgData name="kalyanik@udel.edu" userId="S::urn:spo:guest#kalyanik@udel.edu::" providerId="AD" clId="Web-{7A059A83-B36B-30F6-2186-79CD31FE3FEE}"/>
    <pc:docChg chg="modSld">
      <pc:chgData name="kalyanik@udel.edu" userId="S::urn:spo:guest#kalyanik@udel.edu::" providerId="AD" clId="Web-{7A059A83-B36B-30F6-2186-79CD31FE3FEE}" dt="2026-03-02T20:17:27.847" v="219" actId="1076"/>
      <pc:docMkLst>
        <pc:docMk/>
      </pc:docMkLst>
      <pc:sldChg chg="modSp">
        <pc:chgData name="kalyanik@udel.edu" userId="S::urn:spo:guest#kalyanik@udel.edu::" providerId="AD" clId="Web-{7A059A83-B36B-30F6-2186-79CD31FE3FEE}" dt="2026-03-02T20:17:27.847" v="219" actId="1076"/>
        <pc:sldMkLst>
          <pc:docMk/>
          <pc:sldMk cId="0" sldId="261"/>
        </pc:sldMkLst>
        <pc:spChg chg="mod">
          <ac:chgData name="kalyanik@udel.edu" userId="S::urn:spo:guest#kalyanik@udel.edu::" providerId="AD" clId="Web-{7A059A83-B36B-30F6-2186-79CD31FE3FEE}" dt="2026-03-02T20:17:24.472" v="218" actId="1076"/>
          <ac:spMkLst>
            <pc:docMk/>
            <pc:sldMk cId="0" sldId="261"/>
            <ac:spMk id="273" creationId="{F9E90ED4-16FE-DABF-0F0A-A13978F5640A}"/>
          </ac:spMkLst>
        </pc:spChg>
        <pc:spChg chg="mod">
          <ac:chgData name="kalyanik@udel.edu" userId="S::urn:spo:guest#kalyanik@udel.edu::" providerId="AD" clId="Web-{7A059A83-B36B-30F6-2186-79CD31FE3FEE}" dt="2026-03-02T20:17:27.847" v="219" actId="1076"/>
          <ac:spMkLst>
            <pc:docMk/>
            <pc:sldMk cId="0" sldId="261"/>
            <ac:spMk id="274" creationId="{C20E349B-7F45-CF94-0FF5-6D217A2E8B01}"/>
          </ac:spMkLst>
        </pc:spChg>
        <pc:cxnChg chg="mod">
          <ac:chgData name="kalyanik@udel.edu" userId="S::urn:spo:guest#kalyanik@udel.edu::" providerId="AD" clId="Web-{7A059A83-B36B-30F6-2186-79CD31FE3FEE}" dt="2026-03-02T20:17:07.581" v="217" actId="14100"/>
          <ac:cxnSpMkLst>
            <pc:docMk/>
            <pc:sldMk cId="0" sldId="261"/>
            <ac:cxnSpMk id="272" creationId="{5C2AC7D6-03AE-312E-C077-9D025EF2D736}"/>
          </ac:cxnSpMkLst>
        </pc:cxnChg>
      </pc:sldChg>
      <pc:sldChg chg="modSp">
        <pc:chgData name="kalyanik@udel.edu" userId="S::urn:spo:guest#kalyanik@udel.edu::" providerId="AD" clId="Web-{7A059A83-B36B-30F6-2186-79CD31FE3FEE}" dt="2026-03-02T20:11:41.073" v="188" actId="20577"/>
        <pc:sldMkLst>
          <pc:docMk/>
          <pc:sldMk cId="0" sldId="264"/>
        </pc:sldMkLst>
        <pc:spChg chg="mod">
          <ac:chgData name="kalyanik@udel.edu" userId="S::urn:spo:guest#kalyanik@udel.edu::" providerId="AD" clId="Web-{7A059A83-B36B-30F6-2186-79CD31FE3FEE}" dt="2026-03-02T20:11:41.073" v="188" actId="20577"/>
          <ac:spMkLst>
            <pc:docMk/>
            <pc:sldMk cId="0" sldId="264"/>
            <ac:spMk id="344" creationId="{00000000-0000-0000-0000-000000000000}"/>
          </ac:spMkLst>
        </pc:spChg>
      </pc:sldChg>
      <pc:sldChg chg="addSp modSp">
        <pc:chgData name="kalyanik@udel.edu" userId="S::urn:spo:guest#kalyanik@udel.edu::" providerId="AD" clId="Web-{7A059A83-B36B-30F6-2186-79CD31FE3FEE}" dt="2026-03-02T19:28:32.260" v="186" actId="14100"/>
        <pc:sldMkLst>
          <pc:docMk/>
          <pc:sldMk cId="3829172708" sldId="266"/>
        </pc:sldMkLst>
        <pc:spChg chg="mod">
          <ac:chgData name="kalyanik@udel.edu" userId="S::urn:spo:guest#kalyanik@udel.edu::" providerId="AD" clId="Web-{7A059A83-B36B-30F6-2186-79CD31FE3FEE}" dt="2026-03-02T19:21:32.296" v="89" actId="20577"/>
          <ac:spMkLst>
            <pc:docMk/>
            <pc:sldMk cId="3829172708" sldId="266"/>
            <ac:spMk id="2" creationId="{38D51954-1E4B-4C2C-84FE-1624BCAE58E6}"/>
          </ac:spMkLst>
        </pc:spChg>
        <pc:spChg chg="add mod">
          <ac:chgData name="kalyanik@udel.edu" userId="S::urn:spo:guest#kalyanik@udel.edu::" providerId="AD" clId="Web-{7A059A83-B36B-30F6-2186-79CD31FE3FEE}" dt="2026-03-02T19:25:11.955" v="182" actId="20577"/>
          <ac:spMkLst>
            <pc:docMk/>
            <pc:sldMk cId="3829172708" sldId="266"/>
            <ac:spMk id="3" creationId="{A69B6E56-3773-1648-74BF-22A74DB10750}"/>
          </ac:spMkLst>
        </pc:spChg>
        <pc:spChg chg="mod">
          <ac:chgData name="kalyanik@udel.edu" userId="S::urn:spo:guest#kalyanik@udel.edu::" providerId="AD" clId="Web-{7A059A83-B36B-30F6-2186-79CD31FE3FEE}" dt="2026-03-02T19:25:17.674" v="184" actId="20577"/>
          <ac:spMkLst>
            <pc:docMk/>
            <pc:sldMk cId="3829172708" sldId="266"/>
            <ac:spMk id="4" creationId="{65D30A6B-0129-2352-60F9-BB47F2532305}"/>
          </ac:spMkLst>
        </pc:spChg>
        <pc:picChg chg="add mod">
          <ac:chgData name="kalyanik@udel.edu" userId="S::urn:spo:guest#kalyanik@udel.edu::" providerId="AD" clId="Web-{7A059A83-B36B-30F6-2186-79CD31FE3FEE}" dt="2026-03-02T19:28:32.260" v="186" actId="14100"/>
          <ac:picMkLst>
            <pc:docMk/>
            <pc:sldMk cId="3829172708" sldId="266"/>
            <ac:picMk id="6" creationId="{8FDF5F06-2208-A828-81B6-7153C7F0C1FB}"/>
          </ac:picMkLst>
        </pc:picChg>
      </pc:sldChg>
      <pc:sldChg chg="addSp delSp modSp">
        <pc:chgData name="kalyanik@udel.edu" userId="S::urn:spo:guest#kalyanik@udel.edu::" providerId="AD" clId="Web-{7A059A83-B36B-30F6-2186-79CD31FE3FEE}" dt="2026-03-02T20:13:27.574" v="204" actId="1076"/>
        <pc:sldMkLst>
          <pc:docMk/>
          <pc:sldMk cId="3955228342" sldId="267"/>
        </pc:sldMkLst>
        <pc:spChg chg="mod">
          <ac:chgData name="kalyanik@udel.edu" userId="S::urn:spo:guest#kalyanik@udel.edu::" providerId="AD" clId="Web-{7A059A83-B36B-30F6-2186-79CD31FE3FEE}" dt="2026-03-02T20:13:27.574" v="204" actId="1076"/>
          <ac:spMkLst>
            <pc:docMk/>
            <pc:sldMk cId="3955228342" sldId="267"/>
            <ac:spMk id="29" creationId="{231EE993-7B9F-15F6-BA1E-B7F651E6FBD2}"/>
          </ac:spMkLst>
        </pc:spChg>
        <pc:grpChg chg="add mod">
          <ac:chgData name="kalyanik@udel.edu" userId="S::urn:spo:guest#kalyanik@udel.edu::" providerId="AD" clId="Web-{7A059A83-B36B-30F6-2186-79CD31FE3FEE}" dt="2026-03-02T20:13:19.918" v="203" actId="1076"/>
          <ac:grpSpMkLst>
            <pc:docMk/>
            <pc:sldMk cId="3955228342" sldId="267"/>
            <ac:grpSpMk id="3" creationId="{6D5AAD56-3249-1243-8407-D6E5DE41E11A}"/>
          </ac:grpSpMkLst>
        </pc:grpChg>
        <pc:grpChg chg="mod">
          <ac:chgData name="kalyanik@udel.edu" userId="S::urn:spo:guest#kalyanik@udel.edu::" providerId="AD" clId="Web-{7A059A83-B36B-30F6-2186-79CD31FE3FEE}" dt="2026-03-02T20:11:55.667" v="190" actId="14100"/>
          <ac:grpSpMkLst>
            <pc:docMk/>
            <pc:sldMk cId="3955228342" sldId="267"/>
            <ac:grpSpMk id="24" creationId="{2479042F-1262-16BE-9B4E-4732DA103D1F}"/>
          </ac:grpSpMkLst>
        </pc:grpChg>
        <pc:grpChg chg="del mod">
          <ac:chgData name="kalyanik@udel.edu" userId="S::urn:spo:guest#kalyanik@udel.edu::" providerId="AD" clId="Web-{7A059A83-B36B-30F6-2186-79CD31FE3FEE}" dt="2026-03-02T20:12:52.433" v="197"/>
          <ac:grpSpMkLst>
            <pc:docMk/>
            <pc:sldMk cId="3955228342" sldId="267"/>
            <ac:grpSpMk id="25" creationId="{E6A3FD96-D634-7C36-3968-C396D29829BD}"/>
          </ac:grpSpMkLst>
        </pc:grpChg>
        <pc:cxnChg chg="mod">
          <ac:chgData name="kalyanik@udel.edu" userId="S::urn:spo:guest#kalyanik@udel.edu::" providerId="AD" clId="Web-{7A059A83-B36B-30F6-2186-79CD31FE3FEE}" dt="2026-03-02T20:12:55.480" v="198"/>
          <ac:cxnSpMkLst>
            <pc:docMk/>
            <pc:sldMk cId="3955228342" sldId="267"/>
            <ac:cxnSpMk id="4" creationId="{858CF4E8-27A5-5EB6-A0AB-248D865AC6B9}"/>
          </ac:cxnSpMkLst>
        </pc:cxnChg>
        <pc:cxnChg chg="mod">
          <ac:chgData name="kalyanik@udel.edu" userId="S::urn:spo:guest#kalyanik@udel.edu::" providerId="AD" clId="Web-{7A059A83-B36B-30F6-2186-79CD31FE3FEE}" dt="2026-03-02T20:12:27.495" v="194" actId="14100"/>
          <ac:cxnSpMkLst>
            <pc:docMk/>
            <pc:sldMk cId="3955228342" sldId="267"/>
            <ac:cxnSpMk id="13" creationId="{6AF60A57-AD5B-73DC-A6E1-9005CFEC66B6}"/>
          </ac:cxnSpMkLst>
        </pc:cxnChg>
      </pc:sldChg>
    </pc:docChg>
  </pc:docChgLst>
  <pc:docChgLst>
    <pc:chgData name="daniyar@udel.edu" userId="S::urn:spo:guest#daniyar@udel.edu::" providerId="AD" clId="Web-{982C9E70-FF7D-69D5-DD29-3EE7D1B49B1D}"/>
    <pc:docChg chg="modSld">
      <pc:chgData name="daniyar@udel.edu" userId="S::urn:spo:guest#daniyar@udel.edu::" providerId="AD" clId="Web-{982C9E70-FF7D-69D5-DD29-3EE7D1B49B1D}" dt="2026-03-02T19:03:10.018" v="1" actId="20577"/>
      <pc:docMkLst>
        <pc:docMk/>
      </pc:docMkLst>
      <pc:sldChg chg="modSp">
        <pc:chgData name="daniyar@udel.edu" userId="S::urn:spo:guest#daniyar@udel.edu::" providerId="AD" clId="Web-{982C9E70-FF7D-69D5-DD29-3EE7D1B49B1D}" dt="2026-03-02T19:03:10.018" v="1" actId="20577"/>
        <pc:sldMkLst>
          <pc:docMk/>
          <pc:sldMk cId="3955228342" sldId="267"/>
        </pc:sldMkLst>
        <pc:spChg chg="mod">
          <ac:chgData name="daniyar@udel.edu" userId="S::urn:spo:guest#daniyar@udel.edu::" providerId="AD" clId="Web-{982C9E70-FF7D-69D5-DD29-3EE7D1B49B1D}" dt="2026-03-02T19:03:10.018" v="1" actId="20577"/>
          <ac:spMkLst>
            <pc:docMk/>
            <pc:sldMk cId="3955228342" sldId="267"/>
            <ac:spMk id="5" creationId="{3A5184DD-7D91-0662-D1BA-3D8EF5213414}"/>
          </ac:spMkLst>
        </pc:spChg>
      </pc:sldChg>
    </pc:docChg>
  </pc:docChgLst>
  <pc:docChgLst>
    <pc:chgData name="kalyanik@udel.edu" userId="S::urn:spo:guest#kalyanik@udel.edu::" providerId="AD" clId="Web-{62ADA729-A0B6-46B2-34EF-1E5EFE0C2423}"/>
    <pc:docChg chg="modSld">
      <pc:chgData name="kalyanik@udel.edu" userId="S::urn:spo:guest#kalyanik@udel.edu::" providerId="AD" clId="Web-{62ADA729-A0B6-46B2-34EF-1E5EFE0C2423}" dt="2026-02-28T23:44:05.546" v="53" actId="20577"/>
      <pc:docMkLst>
        <pc:docMk/>
      </pc:docMkLst>
      <pc:sldChg chg="modSp">
        <pc:chgData name="kalyanik@udel.edu" userId="S::urn:spo:guest#kalyanik@udel.edu::" providerId="AD" clId="Web-{62ADA729-A0B6-46B2-34EF-1E5EFE0C2423}" dt="2026-02-28T23:44:05.546" v="53" actId="20577"/>
        <pc:sldMkLst>
          <pc:docMk/>
          <pc:sldMk cId="0" sldId="260"/>
        </pc:sldMkLst>
        <pc:spChg chg="mod">
          <ac:chgData name="kalyanik@udel.edu" userId="S::urn:spo:guest#kalyanik@udel.edu::" providerId="AD" clId="Web-{62ADA729-A0B6-46B2-34EF-1E5EFE0C2423}" dt="2026-02-28T23:44:05.546" v="53" actId="20577"/>
          <ac:spMkLst>
            <pc:docMk/>
            <pc:sldMk cId="0" sldId="260"/>
            <ac:spMk id="22" creationId="{76ACA3CE-F7AF-FA4F-004C-C9B894500DD7}"/>
          </ac:spMkLst>
        </pc:spChg>
      </pc:sldChg>
      <pc:sldChg chg="modNotes">
        <pc:chgData name="kalyanik@udel.edu" userId="S::urn:spo:guest#kalyanik@udel.edu::" providerId="AD" clId="Web-{62ADA729-A0B6-46B2-34EF-1E5EFE0C2423}" dt="2026-02-28T23:43:14.369" v="52"/>
        <pc:sldMkLst>
          <pc:docMk/>
          <pc:sldMk cId="0" sldId="261"/>
        </pc:sldMkLst>
      </pc:sldChg>
    </pc:docChg>
  </pc:docChgLst>
  <pc:docChgLst>
    <pc:chgData name="dtrott@udel.edu" userId="S::urn:spo:guest#dtrott@udel.edu::" providerId="AD" clId="Web-{5F9DE5B2-D21B-4048-4845-2D75FDC6C14E}"/>
    <pc:docChg chg="modSld sldOrd">
      <pc:chgData name="dtrott@udel.edu" userId="S::urn:spo:guest#dtrott@udel.edu::" providerId="AD" clId="Web-{5F9DE5B2-D21B-4048-4845-2D75FDC6C14E}" dt="2026-03-02T18:09:48.467" v="297" actId="1076"/>
      <pc:docMkLst>
        <pc:docMk/>
      </pc:docMkLst>
      <pc:sldChg chg="modSp">
        <pc:chgData name="dtrott@udel.edu" userId="S::urn:spo:guest#dtrott@udel.edu::" providerId="AD" clId="Web-{5F9DE5B2-D21B-4048-4845-2D75FDC6C14E}" dt="2026-03-02T18:09:48.467" v="297" actId="1076"/>
        <pc:sldMkLst>
          <pc:docMk/>
          <pc:sldMk cId="0" sldId="256"/>
        </pc:sldMkLst>
        <pc:spChg chg="mod">
          <ac:chgData name="dtrott@udel.edu" userId="S::urn:spo:guest#dtrott@udel.edu::" providerId="AD" clId="Web-{5F9DE5B2-D21B-4048-4845-2D75FDC6C14E}" dt="2026-03-02T18:09:48.467" v="296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dtrott@udel.edu" userId="S::urn:spo:guest#dtrott@udel.edu::" providerId="AD" clId="Web-{5F9DE5B2-D21B-4048-4845-2D75FDC6C14E}" dt="2026-03-02T18:09:48.467" v="297" actId="1076"/>
          <ac:spMkLst>
            <pc:docMk/>
            <pc:sldMk cId="0" sldId="256"/>
            <ac:spMk id="56" creationId="{00000000-0000-0000-0000-000000000000}"/>
          </ac:spMkLst>
        </pc:spChg>
        <pc:picChg chg="mod">
          <ac:chgData name="dtrott@udel.edu" userId="S::urn:spo:guest#dtrott@udel.edu::" providerId="AD" clId="Web-{5F9DE5B2-D21B-4048-4845-2D75FDC6C14E}" dt="2026-03-02T18:09:25.200" v="271" actId="14100"/>
          <ac:picMkLst>
            <pc:docMk/>
            <pc:sldMk cId="0" sldId="256"/>
            <ac:picMk id="57" creationId="{00000000-0000-0000-0000-000000000000}"/>
          </ac:picMkLst>
        </pc:picChg>
      </pc:sldChg>
      <pc:sldChg chg="modSp">
        <pc:chgData name="dtrott@udel.edu" userId="S::urn:spo:guest#dtrott@udel.edu::" providerId="AD" clId="Web-{5F9DE5B2-D21B-4048-4845-2D75FDC6C14E}" dt="2026-03-02T17:58:59.659" v="88" actId="20577"/>
        <pc:sldMkLst>
          <pc:docMk/>
          <pc:sldMk cId="0" sldId="257"/>
        </pc:sldMkLst>
        <pc:spChg chg="mod">
          <ac:chgData name="dtrott@udel.edu" userId="S::urn:spo:guest#dtrott@udel.edu::" providerId="AD" clId="Web-{5F9DE5B2-D21B-4048-4845-2D75FDC6C14E}" dt="2026-03-02T17:58:59.659" v="88" actId="20577"/>
          <ac:spMkLst>
            <pc:docMk/>
            <pc:sldMk cId="0" sldId="257"/>
            <ac:spMk id="64" creationId="{00000000-0000-0000-0000-000000000000}"/>
          </ac:spMkLst>
        </pc:spChg>
      </pc:sldChg>
      <pc:sldChg chg="modSp">
        <pc:chgData name="dtrott@udel.edu" userId="S::urn:spo:guest#dtrott@udel.edu::" providerId="AD" clId="Web-{5F9DE5B2-D21B-4048-4845-2D75FDC6C14E}" dt="2026-03-02T17:59:11.347" v="89" actId="20577"/>
        <pc:sldMkLst>
          <pc:docMk/>
          <pc:sldMk cId="0" sldId="258"/>
        </pc:sldMkLst>
        <pc:spChg chg="mod">
          <ac:chgData name="dtrott@udel.edu" userId="S::urn:spo:guest#dtrott@udel.edu::" providerId="AD" clId="Web-{5F9DE5B2-D21B-4048-4845-2D75FDC6C14E}" dt="2026-03-02T17:59:11.347" v="89" actId="20577"/>
          <ac:spMkLst>
            <pc:docMk/>
            <pc:sldMk cId="0" sldId="258"/>
            <ac:spMk id="71" creationId="{00000000-0000-0000-0000-000000000000}"/>
          </ac:spMkLst>
        </pc:spChg>
      </pc:sldChg>
      <pc:sldChg chg="modSp">
        <pc:chgData name="dtrott@udel.edu" userId="S::urn:spo:guest#dtrott@udel.edu::" providerId="AD" clId="Web-{5F9DE5B2-D21B-4048-4845-2D75FDC6C14E}" dt="2026-03-02T18:09:17.263" v="270" actId="1076"/>
        <pc:sldMkLst>
          <pc:docMk/>
          <pc:sldMk cId="0" sldId="259"/>
        </pc:sldMkLst>
        <pc:spChg chg="mod">
          <ac:chgData name="dtrott@udel.edu" userId="S::urn:spo:guest#dtrott@udel.edu::" providerId="AD" clId="Web-{5F9DE5B2-D21B-4048-4845-2D75FDC6C14E}" dt="2026-03-02T18:09:17.263" v="270" actId="1076"/>
          <ac:spMkLst>
            <pc:docMk/>
            <pc:sldMk cId="0" sldId="259"/>
            <ac:spMk id="81" creationId="{00000000-0000-0000-0000-000000000000}"/>
          </ac:spMkLst>
        </pc:spChg>
      </pc:sldChg>
      <pc:sldChg chg="modSp">
        <pc:chgData name="dtrott@udel.edu" userId="S::urn:spo:guest#dtrott@udel.edu::" providerId="AD" clId="Web-{5F9DE5B2-D21B-4048-4845-2D75FDC6C14E}" dt="2026-03-02T18:08:39.246" v="269" actId="20577"/>
        <pc:sldMkLst>
          <pc:docMk/>
          <pc:sldMk cId="0" sldId="261"/>
        </pc:sldMkLst>
        <pc:spChg chg="mod">
          <ac:chgData name="dtrott@udel.edu" userId="S::urn:spo:guest#dtrott@udel.edu::" providerId="AD" clId="Web-{5F9DE5B2-D21B-4048-4845-2D75FDC6C14E}" dt="2026-03-02T18:08:39.246" v="269" actId="20577"/>
          <ac:spMkLst>
            <pc:docMk/>
            <pc:sldMk cId="0" sldId="261"/>
            <ac:spMk id="270" creationId="{BA831C0A-E280-1FE4-AEF4-5202E5589ACB}"/>
          </ac:spMkLst>
        </pc:spChg>
        <pc:spChg chg="mod">
          <ac:chgData name="dtrott@udel.edu" userId="S::urn:spo:guest#dtrott@udel.edu::" providerId="AD" clId="Web-{5F9DE5B2-D21B-4048-4845-2D75FDC6C14E}" dt="2026-03-02T18:08:34.402" v="267" actId="20577"/>
          <ac:spMkLst>
            <pc:docMk/>
            <pc:sldMk cId="0" sldId="261"/>
            <ac:spMk id="271" creationId="{81BFE1DD-0360-0B34-3C20-4868A3BFF0DE}"/>
          </ac:spMkLst>
        </pc:spChg>
      </pc:sldChg>
      <pc:sldChg chg="delSp modSp">
        <pc:chgData name="dtrott@udel.edu" userId="S::urn:spo:guest#dtrott@udel.edu::" providerId="AD" clId="Web-{5F9DE5B2-D21B-4048-4845-2D75FDC6C14E}" dt="2026-03-02T18:00:16.597" v="96" actId="14100"/>
        <pc:sldMkLst>
          <pc:docMk/>
          <pc:sldMk cId="1738400009" sldId="265"/>
        </pc:sldMkLst>
        <pc:spChg chg="del">
          <ac:chgData name="dtrott@udel.edu" userId="S::urn:spo:guest#dtrott@udel.edu::" providerId="AD" clId="Web-{5F9DE5B2-D21B-4048-4845-2D75FDC6C14E}" dt="2026-03-02T18:00:10.035" v="94"/>
          <ac:spMkLst>
            <pc:docMk/>
            <pc:sldMk cId="1738400009" sldId="265"/>
            <ac:spMk id="2" creationId="{9F80A260-4EC4-2DD3-541B-0B8BCED29E44}"/>
          </ac:spMkLst>
        </pc:spChg>
        <pc:spChg chg="del">
          <ac:chgData name="dtrott@udel.edu" userId="S::urn:spo:guest#dtrott@udel.edu::" providerId="AD" clId="Web-{5F9DE5B2-D21B-4048-4845-2D75FDC6C14E}" dt="2026-03-02T18:00:10.035" v="93"/>
          <ac:spMkLst>
            <pc:docMk/>
            <pc:sldMk cId="1738400009" sldId="265"/>
            <ac:spMk id="3" creationId="{2C5C84CB-0B48-AAFF-0187-D6EC5A26D3AB}"/>
          </ac:spMkLst>
        </pc:spChg>
        <pc:spChg chg="mod">
          <ac:chgData name="dtrott@udel.edu" userId="S::urn:spo:guest#dtrott@udel.edu::" providerId="AD" clId="Web-{5F9DE5B2-D21B-4048-4845-2D75FDC6C14E}" dt="2026-03-02T18:00:16.597" v="96" actId="14100"/>
          <ac:spMkLst>
            <pc:docMk/>
            <pc:sldMk cId="1738400009" sldId="265"/>
            <ac:spMk id="9" creationId="{EA707B12-9252-B540-278D-A8C8475D02BF}"/>
          </ac:spMkLst>
        </pc:spChg>
        <pc:picChg chg="mod">
          <ac:chgData name="dtrott@udel.edu" userId="S::urn:spo:guest#dtrott@udel.edu::" providerId="AD" clId="Web-{5F9DE5B2-D21B-4048-4845-2D75FDC6C14E}" dt="2026-03-02T18:00:12.878" v="95" actId="1076"/>
          <ac:picMkLst>
            <pc:docMk/>
            <pc:sldMk cId="1738400009" sldId="265"/>
            <ac:picMk id="7" creationId="{6404AD0A-18E4-4817-CB9A-95BCE69DE4A4}"/>
          </ac:picMkLst>
        </pc:picChg>
      </pc:sldChg>
      <pc:sldChg chg="ord">
        <pc:chgData name="dtrott@udel.edu" userId="S::urn:spo:guest#dtrott@udel.edu::" providerId="AD" clId="Web-{5F9DE5B2-D21B-4048-4845-2D75FDC6C14E}" dt="2026-03-02T18:02:07.270" v="121"/>
        <pc:sldMkLst>
          <pc:docMk/>
          <pc:sldMk cId="3829172708" sldId="266"/>
        </pc:sldMkLst>
      </pc:sldChg>
      <pc:sldChg chg="addSp modSp">
        <pc:chgData name="dtrott@udel.edu" userId="S::urn:spo:guest#dtrott@udel.edu::" providerId="AD" clId="Web-{5F9DE5B2-D21B-4048-4845-2D75FDC6C14E}" dt="2026-03-02T18:08:18.635" v="265" actId="1076"/>
        <pc:sldMkLst>
          <pc:docMk/>
          <pc:sldMk cId="3955228342" sldId="267"/>
        </pc:sldMkLst>
        <pc:spChg chg="mod">
          <ac:chgData name="dtrott@udel.edu" userId="S::urn:spo:guest#dtrott@udel.edu::" providerId="AD" clId="Web-{5F9DE5B2-D21B-4048-4845-2D75FDC6C14E}" dt="2026-03-02T18:01:54.035" v="119" actId="1076"/>
          <ac:spMkLst>
            <pc:docMk/>
            <pc:sldMk cId="3955228342" sldId="267"/>
            <ac:spMk id="2" creationId="{248EBBA9-B857-B497-2824-B8D1BB81BED9}"/>
          </ac:spMkLst>
        </pc:spChg>
        <pc:spChg chg="add mod">
          <ac:chgData name="dtrott@udel.edu" userId="S::urn:spo:guest#dtrott@udel.edu::" providerId="AD" clId="Web-{5F9DE5B2-D21B-4048-4845-2D75FDC6C14E}" dt="2026-03-02T18:08:10.713" v="263" actId="14100"/>
          <ac:spMkLst>
            <pc:docMk/>
            <pc:sldMk cId="3955228342" sldId="267"/>
            <ac:spMk id="3" creationId="{DAEAA963-7546-2C16-F6CC-8AA089B9FF20}"/>
          </ac:spMkLst>
        </pc:spChg>
        <pc:spChg chg="add mod">
          <ac:chgData name="dtrott@udel.edu" userId="S::urn:spo:guest#dtrott@udel.edu::" providerId="AD" clId="Web-{5F9DE5B2-D21B-4048-4845-2D75FDC6C14E}" dt="2026-03-02T18:08:18.635" v="265" actId="1076"/>
          <ac:spMkLst>
            <pc:docMk/>
            <pc:sldMk cId="3955228342" sldId="267"/>
            <ac:spMk id="4" creationId="{B47CFF31-5AFD-CB58-DDF4-A0F8018C977C}"/>
          </ac:spMkLst>
        </pc:spChg>
        <pc:spChg chg="add mod">
          <ac:chgData name="dtrott@udel.edu" userId="S::urn:spo:guest#dtrott@udel.edu::" providerId="AD" clId="Web-{5F9DE5B2-D21B-4048-4845-2D75FDC6C14E}" dt="2026-03-02T18:06:58.817" v="212" actId="1076"/>
          <ac:spMkLst>
            <pc:docMk/>
            <pc:sldMk cId="3955228342" sldId="267"/>
            <ac:spMk id="5" creationId="{3A5184DD-7D91-0662-D1BA-3D8EF5213414}"/>
          </ac:spMkLst>
        </pc:spChg>
        <pc:spChg chg="mod">
          <ac:chgData name="dtrott@udel.edu" userId="S::urn:spo:guest#dtrott@udel.edu::" providerId="AD" clId="Web-{5F9DE5B2-D21B-4048-4845-2D75FDC6C14E}" dt="2026-03-02T18:01:05.207" v="98" actId="1076"/>
          <ac:spMkLst>
            <pc:docMk/>
            <pc:sldMk cId="3955228342" sldId="267"/>
            <ac:spMk id="18" creationId="{B7913A0F-CF72-4FDB-88E1-67B3978E393F}"/>
          </ac:spMkLst>
        </pc:spChg>
        <pc:spChg chg="mod">
          <ac:chgData name="dtrott@udel.edu" userId="S::urn:spo:guest#dtrott@udel.edu::" providerId="AD" clId="Web-{5F9DE5B2-D21B-4048-4845-2D75FDC6C14E}" dt="2026-03-02T18:01:08.207" v="99" actId="1076"/>
          <ac:spMkLst>
            <pc:docMk/>
            <pc:sldMk cId="3955228342" sldId="267"/>
            <ac:spMk id="19" creationId="{885E07A1-ACA8-8C50-2E37-4D40467EBCD6}"/>
          </ac:spMkLst>
        </pc:spChg>
        <pc:spChg chg="mod">
          <ac:chgData name="dtrott@udel.edu" userId="S::urn:spo:guest#dtrott@udel.edu::" providerId="AD" clId="Web-{5F9DE5B2-D21B-4048-4845-2D75FDC6C14E}" dt="2026-03-02T18:01:10.722" v="100" actId="1076"/>
          <ac:spMkLst>
            <pc:docMk/>
            <pc:sldMk cId="3955228342" sldId="267"/>
            <ac:spMk id="29" creationId="{231EE993-7B9F-15F6-BA1E-B7F651E6FBD2}"/>
          </ac:spMkLst>
        </pc:spChg>
      </pc:sldChg>
      <pc:sldChg chg="modSp">
        <pc:chgData name="dtrott@udel.edu" userId="S::urn:spo:guest#dtrott@udel.edu::" providerId="AD" clId="Web-{5F9DE5B2-D21B-4048-4845-2D75FDC6C14E}" dt="2026-03-02T18:00:32.238" v="97" actId="1076"/>
        <pc:sldMkLst>
          <pc:docMk/>
          <pc:sldMk cId="1531665774" sldId="269"/>
        </pc:sldMkLst>
        <pc:spChg chg="mod">
          <ac:chgData name="dtrott@udel.edu" userId="S::urn:spo:guest#dtrott@udel.edu::" providerId="AD" clId="Web-{5F9DE5B2-D21B-4048-4845-2D75FDC6C14E}" dt="2026-03-02T17:23:38.231" v="86" actId="20577"/>
          <ac:spMkLst>
            <pc:docMk/>
            <pc:sldMk cId="1531665774" sldId="269"/>
            <ac:spMk id="4" creationId="{18A2C64F-F20E-35B5-4DC7-6FB8BFF6AA89}"/>
          </ac:spMkLst>
        </pc:spChg>
        <pc:spChg chg="mod">
          <ac:chgData name="dtrott@udel.edu" userId="S::urn:spo:guest#dtrott@udel.edu::" providerId="AD" clId="Web-{5F9DE5B2-D21B-4048-4845-2D75FDC6C14E}" dt="2026-03-02T18:00:32.238" v="97" actId="1076"/>
          <ac:spMkLst>
            <pc:docMk/>
            <pc:sldMk cId="1531665774" sldId="269"/>
            <ac:spMk id="5" creationId="{C36A8204-0042-49FA-BD5C-C08177D14327}"/>
          </ac:spMkLst>
        </pc:spChg>
      </pc:sldChg>
      <pc:sldChg chg="modSp">
        <pc:chgData name="dtrott@udel.edu" userId="S::urn:spo:guest#dtrott@udel.edu::" providerId="AD" clId="Web-{5F9DE5B2-D21B-4048-4845-2D75FDC6C14E}" dt="2026-03-02T17:22:57.247" v="70" actId="20577"/>
        <pc:sldMkLst>
          <pc:docMk/>
          <pc:sldMk cId="2969858140" sldId="270"/>
        </pc:sldMkLst>
        <pc:spChg chg="mod">
          <ac:chgData name="dtrott@udel.edu" userId="S::urn:spo:guest#dtrott@udel.edu::" providerId="AD" clId="Web-{5F9DE5B2-D21B-4048-4845-2D75FDC6C14E}" dt="2026-03-02T17:22:57.247" v="70" actId="20577"/>
          <ac:spMkLst>
            <pc:docMk/>
            <pc:sldMk cId="2969858140" sldId="270"/>
            <ac:spMk id="3" creationId="{F8900C01-0290-C4E8-0F1D-257C8E591AD8}"/>
          </ac:spMkLst>
        </pc:spChg>
        <pc:picChg chg="mod">
          <ac:chgData name="dtrott@udel.edu" userId="S::urn:spo:guest#dtrott@udel.edu::" providerId="AD" clId="Web-{5F9DE5B2-D21B-4048-4845-2D75FDC6C14E}" dt="2026-03-02T17:22:54.325" v="67" actId="1076"/>
          <ac:picMkLst>
            <pc:docMk/>
            <pc:sldMk cId="2969858140" sldId="270"/>
            <ac:picMk id="4" creationId="{1362BF07-495F-7596-FC1C-7F799A02784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34343"/>
                </a:solidFill>
              </a:rPr>
              <a:t>AI-generated image using DALL·E (OpenAI), 2026.</a:t>
            </a:r>
            <a:endParaRPr sz="1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b706fc5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b706fc5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b706fc57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b706fc57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3d429b5f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3d429b5f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Final Output to Arkema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✔ Predictive model(s) for radical scavenging rates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✔ Quantitative ranking tool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✔ Data coverage assessment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✔ Framework for accelerated stabilizer discovery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b706fc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b706fc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Imbalance in data as well as data loss during transformation</a:t>
            </a:r>
          </a:p>
          <a:p>
            <a:pPr marL="0" indent="0">
              <a:buNone/>
            </a:pPr>
            <a:r>
              <a:rPr lang="en-US"/>
              <a:t>Data may depend strongly upon factors which are outside of our model</a:t>
            </a:r>
          </a:p>
          <a:p>
            <a:pPr marL="0" indent="0">
              <a:buNone/>
            </a:pPr>
            <a:r>
              <a:rPr lang="en-US"/>
              <a:t>(solvent, pH) - 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&gt; Simplify our model to more specific use cases</a:t>
            </a:r>
          </a:p>
          <a:p>
            <a:pPr marL="0" indent="0">
              <a:buNone/>
            </a:pPr>
            <a:r>
              <a:rPr lang="en-US" b="1"/>
              <a:t>High variability across reaction conditions and missing data in </a:t>
            </a:r>
            <a:r>
              <a:rPr lang="en-US" b="1" err="1"/>
              <a:t>specificgroups</a:t>
            </a:r>
            <a:r>
              <a:rPr lang="en-US" b="1"/>
              <a:t>  -&gt; </a:t>
            </a:r>
            <a:r>
              <a:rPr lang="en-US" b="1">
                <a:solidFill>
                  <a:schemeClr val="accent1">
                    <a:lumMod val="76000"/>
                  </a:schemeClr>
                </a:solidFill>
              </a:rPr>
              <a:t>Use </a:t>
            </a:r>
            <a:r>
              <a:rPr lang="en-US" b="1" err="1">
                <a:solidFill>
                  <a:schemeClr val="accent1">
                    <a:lumMod val="76000"/>
                  </a:schemeClr>
                </a:solidFill>
              </a:rPr>
              <a:t>standered</a:t>
            </a:r>
            <a:r>
              <a:rPr lang="en-US" b="1">
                <a:solidFill>
                  <a:schemeClr val="accent1">
                    <a:lumMod val="76000"/>
                  </a:schemeClr>
                </a:solidFill>
              </a:rPr>
              <a:t> practices for missing data 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b="1"/>
              <a:t>Overfitting in subgroup models </a:t>
            </a:r>
            <a:r>
              <a:rPr lang="en-US" b="1">
                <a:solidFill>
                  <a:schemeClr val="accent1">
                    <a:lumMod val="76000"/>
                  </a:schemeClr>
                </a:solidFill>
              </a:rPr>
              <a:t>( thus 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Using cross-validation &amp;regularization) </a:t>
            </a:r>
          </a:p>
          <a:p>
            <a:pPr marL="0" indent="0">
              <a:buNone/>
            </a:pPr>
            <a:r>
              <a:rPr lang="en-US" b="1"/>
              <a:t>Insufficient cluster separation, may not be visible in 2D and also get </a:t>
            </a:r>
            <a:r>
              <a:rPr lang="en-US"/>
              <a:t>sparse data patterns -&gt; 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( for insufficient cluster separation use and compare different clustering methods, -&gt; Validate clustering using quantitative metrics 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</a:rPr>
              <a:t>eg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 Silhouette score -&gt; for sparse data need scaling and filtering)</a:t>
            </a:r>
            <a:br>
              <a:rPr lang="en-US">
                <a:solidFill>
                  <a:schemeClr val="accent1">
                    <a:lumMod val="76000"/>
                  </a:schemeClr>
                </a:solidFill>
              </a:rPr>
            </a:b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Descriptor redundancy / noise ( </a:t>
            </a:r>
            <a:r>
              <a:rPr lang="en-US" b="1" err="1"/>
              <a:t>dimention</a:t>
            </a:r>
            <a:r>
              <a:rPr lang="en-US" b="1"/>
              <a:t> reduction)</a:t>
            </a:r>
            <a:endParaRPr lang="en-U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5279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e64af3dcd5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e64af3dcd5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279C517E-FD87-46D6-10CE-41EF0EAF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e64af3dcd5_0_446:notes">
            <a:extLst>
              <a:ext uri="{FF2B5EF4-FFF2-40B4-BE49-F238E27FC236}">
                <a16:creationId xmlns:a16="http://schemas.microsoft.com/office/drawing/2014/main" id="{9177EDBA-58DE-8BF5-E81F-517C3346C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e64af3dcd5_0_446:notes">
            <a:extLst>
              <a:ext uri="{FF2B5EF4-FFF2-40B4-BE49-F238E27FC236}">
                <a16:creationId xmlns:a16="http://schemas.microsoft.com/office/drawing/2014/main" id="{870B5AA4-A842-4FFD-5E63-8901A5418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5964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u="sng">
              <a:solidFill>
                <a:srgbClr val="007A96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61144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b706fc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b706fc5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For slide content - Used AI (</a:t>
            </a:r>
            <a:r>
              <a:rPr lang="en-US" err="1"/>
              <a:t>ChatGpt</a:t>
            </a:r>
            <a:r>
              <a:rPr lang="en-US"/>
              <a:t> to reduce text)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hyperlink" Target="https://sites.udel.edu/midas-nr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oi.org/10.1201/9781351072373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443999"/>
            <a:ext cx="8520600" cy="23113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">
                <a:latin typeface="Roboto"/>
                <a:ea typeface="Roboto"/>
                <a:cs typeface="Roboto"/>
              </a:rPr>
              <a:t>Modeling Heat Stabilizer Performance​ for Polymer Formulations</a:t>
            </a: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5" y="4393200"/>
            <a:ext cx="2503250" cy="5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987600" y="2796317"/>
            <a:ext cx="71688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By: Kalyani Jaywant </a:t>
            </a:r>
            <a:r>
              <a:rPr lang="en" sz="18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Khandait</a:t>
            </a:r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Daniyar </a:t>
            </a:r>
            <a:r>
              <a:rPr lang="en" sz="1800" err="1">
                <a:solidFill>
                  <a:schemeClr val="tx1"/>
                </a:solidFill>
                <a:ea typeface="Roboto"/>
              </a:rPr>
              <a:t>Abykhanov</a:t>
            </a:r>
            <a:r>
              <a:rPr lang="en" sz="1800">
                <a:solidFill>
                  <a:schemeClr val="tx1"/>
                </a:solidFill>
                <a:ea typeface="Roboto"/>
              </a:rPr>
              <a:t>, Dylan Trott</a:t>
            </a:r>
            <a:endParaRPr lang="en" sz="1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12008" t="17898" r="21827" b="44938"/>
          <a:stretch/>
        </p:blipFill>
        <p:spPr>
          <a:xfrm>
            <a:off x="3786075" y="3163580"/>
            <a:ext cx="5046226" cy="189175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120350" y="4707600"/>
            <a:ext cx="547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73152" y="5356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Georgia"/>
              </a:rPr>
              <a:t>About Arkema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4320137" y="762789"/>
            <a:ext cx="4575368" cy="39232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005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Large-scale industrial chemical manufacturer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Our project is working with their </a:t>
            </a:r>
            <a:r>
              <a:rPr lang="en" sz="1600" b="1" err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thiochemicals</a:t>
            </a:r>
            <a:r>
              <a:rPr lang="en" sz="1600" b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 </a:t>
            </a: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department, which specializes in sulfur-based compounds such as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lvl="1">
              <a:lnSpc>
                <a:spcPct val="114999"/>
              </a:lnSpc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Adhesive materials</a:t>
            </a:r>
          </a:p>
          <a:p>
            <a:pPr lvl="1">
              <a:lnSpc>
                <a:spcPct val="114999"/>
              </a:lnSpc>
              <a:buClr>
                <a:srgbClr val="000000"/>
              </a:buClr>
              <a:buSzPts val="1800"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Polymer additives like chain transfer agents</a:t>
            </a:r>
          </a:p>
          <a:p>
            <a:pPr>
              <a:lnSpc>
                <a:spcPct val="114999"/>
              </a:lnSpc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R&amp;D Department places a heavy emphasis on green chemistry for tackling issues like carbon capture storage additives and additives for improving mineral processing</a:t>
            </a:r>
          </a:p>
          <a:p>
            <a:pPr marL="596900" lvl="1" indent="0">
              <a:lnSpc>
                <a:spcPct val="114999"/>
              </a:lnSpc>
              <a:buClr>
                <a:srgbClr val="000000"/>
              </a:buClr>
              <a:buSzPts val="1800"/>
              <a:buNone/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65" name="Google Shape;65;p14" title="arkema-pierre-benit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10" y="1289050"/>
            <a:ext cx="3717126" cy="27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266BFA-8E3D-8F69-A0EE-555B296ED199}"/>
              </a:ext>
            </a:extLst>
          </p:cNvPr>
          <p:cNvSpPr txBox="1"/>
          <p:nvPr/>
        </p:nvSpPr>
        <p:spPr>
          <a:xfrm>
            <a:off x="554727" y="4271034"/>
            <a:ext cx="3714867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0A0A0A"/>
                </a:solidFill>
                <a:ea typeface="Roboto"/>
              </a:rPr>
              <a:t>Arkema. (2025). [Photograph of Arkema headquarters lightwell, La Défense, France]. Arkema France. https://www.arkema.com/france/en/locations/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9184" y="171552"/>
            <a:ext cx="415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Georgia"/>
              </a:rPr>
              <a:t>Problem Statement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56849" y="1282571"/>
            <a:ext cx="4718758" cy="29937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Issue: 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 Polymers react spontaneously with oxygen at higher temperatures, creating destructive peroxyl radicals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Two Ways to Prevent Oxygen Degradation:</a:t>
            </a:r>
            <a:endParaRPr sz="1600" b="1">
              <a:solidFill>
                <a:srgbClr val="2A2A68"/>
              </a:solidFill>
              <a:latin typeface="Roboto"/>
              <a:ea typeface="Roboto"/>
              <a:cs typeface="Roboto"/>
            </a:endParaRPr>
          </a:p>
          <a:p>
            <a:pPr marL="800100">
              <a:lnSpc>
                <a:spcPct val="100000"/>
              </a:lnSpc>
              <a:spcBef>
                <a:spcPts val="1200"/>
              </a:spcBef>
              <a:buAutoNum type="arabicPeriod"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Run reactions in air free environment (Costly &amp; difficult to scale-up)</a:t>
            </a:r>
            <a:endParaRPr lang="en" sz="1600" b="1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800100">
              <a:lnSpc>
                <a:spcPct val="100000"/>
              </a:lnSpc>
              <a:spcBef>
                <a:spcPts val="1200"/>
              </a:spcBef>
              <a:buAutoNum type="arabicPeriod"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Use a radical scavenger to ‘quench’ the radicals before they degrade the product</a:t>
            </a:r>
            <a:endParaRPr sz="1600" b="1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5546950" y="1174613"/>
            <a:ext cx="3314700" cy="2853175"/>
            <a:chOff x="5482300" y="809400"/>
            <a:chExt cx="3314700" cy="2853175"/>
          </a:xfrm>
        </p:grpSpPr>
        <p:pic>
          <p:nvPicPr>
            <p:cNvPr id="73" name="Google Shape;73;p15"/>
            <p:cNvPicPr preferRelativeResize="0"/>
            <p:nvPr/>
          </p:nvPicPr>
          <p:blipFill rotWithShape="1">
            <a:blip r:embed="rId3">
              <a:alphaModFix/>
            </a:blip>
            <a:srcRect b="11902"/>
            <a:stretch/>
          </p:blipFill>
          <p:spPr>
            <a:xfrm>
              <a:off x="5482300" y="809400"/>
              <a:ext cx="3314700" cy="285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5"/>
            <p:cNvSpPr/>
            <p:nvPr/>
          </p:nvSpPr>
          <p:spPr>
            <a:xfrm>
              <a:off x="5845625" y="3554875"/>
              <a:ext cx="2584800" cy="107700"/>
            </a:xfrm>
            <a:prstGeom prst="rect">
              <a:avLst/>
            </a:prstGeom>
            <a:solidFill>
              <a:srgbClr val="9CD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15"/>
          <p:cNvSpPr txBox="1"/>
          <p:nvPr/>
        </p:nvSpPr>
        <p:spPr>
          <a:xfrm>
            <a:off x="6224200" y="4124725"/>
            <a:ext cx="1960200" cy="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Image generated using Google Gemini</a:t>
            </a:r>
            <a:endParaRPr sz="1300" i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FE6F7965-A0EA-9B0E-B6A4-751D60118E01}"/>
              </a:ext>
            </a:extLst>
          </p:cNvPr>
          <p:cNvSpPr/>
          <p:nvPr/>
        </p:nvSpPr>
        <p:spPr>
          <a:xfrm>
            <a:off x="334596" y="3493110"/>
            <a:ext cx="500062" cy="428624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86624" y="572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</a:rPr>
              <a:t>Project Objective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85214" y="1284960"/>
            <a:ext cx="4564012" cy="1814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000" b="1">
                <a:solidFill>
                  <a:srgbClr val="37345A"/>
                </a:solidFill>
                <a:latin typeface="Roboto"/>
                <a:ea typeface="Roboto"/>
                <a:cs typeface="Roboto"/>
                <a:sym typeface="Georgia"/>
              </a:rPr>
              <a:t>To develop a machine learning model that quantifies and ranks antioxidant reactivity to enable rational heat stabilizer design</a:t>
            </a:r>
            <a:endParaRPr lang="en-US" sz="2000" b="1">
              <a:solidFill>
                <a:srgbClr val="37345A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82" name="Google Shape;82;p16" descr="A graph of different colored dots&#10;&#10;AI-generated content may be incorrect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400" y="344825"/>
            <a:ext cx="3875575" cy="315373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663500" y="3498575"/>
            <a:ext cx="30363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050" i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Georgia"/>
              </a:rPr>
              <a:t>Machine learning predicted antioxidant reaction rates with the hydroxyl radical (OH)</a:t>
            </a:r>
            <a:endParaRPr lang="en-US" sz="1100" i="1">
              <a:solidFill>
                <a:schemeClr val="dk1"/>
              </a:solidFill>
              <a:latin typeface="Roboto"/>
              <a:ea typeface="Roboto"/>
              <a:cs typeface="Roboto"/>
              <a:sym typeface="Georgia"/>
            </a:endParaRPr>
          </a:p>
          <a:p>
            <a:pPr algn="ctr"/>
            <a:r>
              <a:rPr lang="en" sz="1050" i="1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Georgia"/>
              </a:rPr>
              <a:t> Source: UDel NRT Spring 2025 course </a:t>
            </a:r>
          </a:p>
          <a:p>
            <a:pPr algn="ctr"/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ea typeface="Roboto"/>
                <a:hlinkClick r:id="rId4"/>
              </a:rPr>
              <a:t>https://sites.udel.edu/midas-nrt/</a:t>
            </a:r>
            <a:endParaRPr lang="en">
              <a:solidFill>
                <a:schemeClr val="dk1"/>
              </a:solidFill>
              <a:ea typeface="Roboto"/>
              <a:hlinkClick r:id="rId4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3" y="3361625"/>
            <a:ext cx="5608551" cy="131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27575" y="206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</a:rPr>
              <a:t>Proposed Approach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E90ED4-16FE-DABF-0F0A-A13978F5640A}"/>
              </a:ext>
            </a:extLst>
          </p:cNvPr>
          <p:cNvSpPr/>
          <p:nvPr/>
        </p:nvSpPr>
        <p:spPr>
          <a:xfrm>
            <a:off x="314244" y="1121303"/>
            <a:ext cx="1715808" cy="1642065"/>
          </a:xfrm>
          <a:prstGeom prst="ellipse">
            <a:avLst/>
          </a:prstGeom>
          <a:solidFill>
            <a:srgbClr val="37345A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rgbClr val="F2F2F2"/>
                </a:solidFill>
                <a:cs typeface="Arial"/>
              </a:rPr>
              <a:t>Build structured kinetic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424F6-FF38-CF4F-0360-4462B1F58681}"/>
              </a:ext>
            </a:extLst>
          </p:cNvPr>
          <p:cNvSpPr txBox="1"/>
          <p:nvPr/>
        </p:nvSpPr>
        <p:spPr>
          <a:xfrm>
            <a:off x="325693" y="2798353"/>
            <a:ext cx="16960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Standardize data (units, temperature, solvent, pH)</a:t>
            </a: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Generate molecular &amp; environmental descriptors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>
                <a:latin typeface="Roboto"/>
                <a:ea typeface="Roboto"/>
                <a:cs typeface="Roboto"/>
              </a:rPr>
              <a:t>SMILES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>
                <a:latin typeface="Roboto"/>
                <a:ea typeface="Roboto"/>
                <a:cs typeface="Roboto"/>
              </a:rPr>
              <a:t>Morgan Fingerprint</a:t>
            </a:r>
          </a:p>
          <a:p>
            <a:pPr marL="171450" indent="-171450" algn="ctr">
              <a:buChar char="•"/>
            </a:pPr>
            <a:endParaRPr lang="en-US" sz="1200">
              <a:latin typeface="Roboto"/>
              <a:ea typeface="Roboto"/>
              <a:cs typeface="Roboto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70CAD1-2054-C3FE-4376-5DB74E8299ED}"/>
              </a:ext>
            </a:extLst>
          </p:cNvPr>
          <p:cNvSpPr/>
          <p:nvPr/>
        </p:nvSpPr>
        <p:spPr>
          <a:xfrm>
            <a:off x="2680131" y="1127446"/>
            <a:ext cx="1635921" cy="1635920"/>
          </a:xfrm>
          <a:prstGeom prst="ellipse">
            <a:avLst/>
          </a:prstGeom>
          <a:solidFill>
            <a:srgbClr val="426279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rgbClr val="F2F2F2"/>
                </a:solidFill>
                <a:ea typeface="+mn-lt"/>
                <a:cs typeface="+mn-lt"/>
              </a:rPr>
              <a:t>Exploration Phase</a:t>
            </a:r>
            <a:endParaRPr lang="en-US" sz="1400">
              <a:solidFill>
                <a:srgbClr val="F2F2F2"/>
              </a:solidFill>
              <a:cs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11F478-70C6-FA8B-EAD6-C96ED953F833}"/>
              </a:ext>
            </a:extLst>
          </p:cNvPr>
          <p:cNvSpPr/>
          <p:nvPr/>
        </p:nvSpPr>
        <p:spPr>
          <a:xfrm>
            <a:off x="7196823" y="992253"/>
            <a:ext cx="1783405" cy="1746533"/>
          </a:xfrm>
          <a:prstGeom prst="ellipse">
            <a:avLst/>
          </a:prstGeom>
          <a:solidFill>
            <a:srgbClr val="66BD9C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2F2F2"/>
                </a:solidFill>
                <a:cs typeface="Arial"/>
              </a:rPr>
              <a:t>Evaluation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CBB1A9-95BF-38D3-D461-81B87B000F97}"/>
              </a:ext>
            </a:extLst>
          </p:cNvPr>
          <p:cNvSpPr/>
          <p:nvPr/>
        </p:nvSpPr>
        <p:spPr>
          <a:xfrm>
            <a:off x="4972274" y="1102865"/>
            <a:ext cx="1635921" cy="1635920"/>
          </a:xfrm>
          <a:prstGeom prst="ellipse">
            <a:avLst/>
          </a:prstGeom>
          <a:solidFill>
            <a:srgbClr val="4E9D97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2F2F2"/>
                </a:solidFill>
                <a:ea typeface="+mn-lt"/>
                <a:cs typeface="+mn-lt"/>
              </a:rPr>
              <a:t>Machine Learning</a:t>
            </a:r>
            <a:endParaRPr lang="en-US">
              <a:solidFill>
                <a:srgbClr val="F2F2F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14A032-E55D-8ACE-7406-5DF4320148B4}"/>
              </a:ext>
            </a:extLst>
          </p:cNvPr>
          <p:cNvSpPr txBox="1"/>
          <p:nvPr/>
        </p:nvSpPr>
        <p:spPr>
          <a:xfrm>
            <a:off x="5106629" y="2804498"/>
            <a:ext cx="163461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Exploratory data analysis</a:t>
            </a: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Feature engineering</a:t>
            </a: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Compare linear and non-linear models</a:t>
            </a: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Pick features and hyperparameters using cross-validation</a:t>
            </a:r>
          </a:p>
          <a:p>
            <a:pPr marL="171450" indent="-171450" algn="ctr">
              <a:buChar char="•"/>
            </a:pPr>
            <a:endParaRPr lang="en-US" sz="1200">
              <a:latin typeface="Roboto"/>
              <a:ea typeface="Roboto"/>
              <a:cs typeface="Robot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D1C3E9-0D92-4EFA-E637-DC10B6F0A55A}"/>
              </a:ext>
            </a:extLst>
          </p:cNvPr>
          <p:cNvSpPr txBox="1"/>
          <p:nvPr/>
        </p:nvSpPr>
        <p:spPr>
          <a:xfrm>
            <a:off x="2617839" y="2804499"/>
            <a:ext cx="219996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Cluster antioxidants by structure &amp; descriptor space</a:t>
            </a:r>
            <a:endParaRPr lang="en-US">
              <a:latin typeface="Roboto"/>
              <a:ea typeface="Roboto"/>
              <a:cs typeface="Roboto"/>
            </a:endParaRP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Identify molecular subgroups</a:t>
            </a:r>
            <a:endParaRPr lang="en-US">
              <a:latin typeface="Roboto"/>
              <a:ea typeface="Roboto"/>
              <a:cs typeface="Roboto"/>
            </a:endParaRP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Compare global vs cluster-specific models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ACA3CE-F7AF-FA4F-004C-C9B894500DD7}"/>
              </a:ext>
            </a:extLst>
          </p:cNvPr>
          <p:cNvSpPr txBox="1"/>
          <p:nvPr/>
        </p:nvSpPr>
        <p:spPr>
          <a:xfrm>
            <a:off x="7282016" y="2801424"/>
            <a:ext cx="154858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Model evaluation R², MSE, MAE, RMSE</a:t>
            </a:r>
            <a:endParaRPr lang="en-US">
              <a:latin typeface="Roboto"/>
              <a:ea typeface="Roboto"/>
              <a:cs typeface="Roboto"/>
            </a:endParaRPr>
          </a:p>
          <a:p>
            <a:pPr marL="171450" indent="-171450">
              <a:buChar char="•"/>
            </a:pPr>
            <a:r>
              <a:rPr lang="en-US" sz="1200">
                <a:latin typeface="Roboto"/>
                <a:ea typeface="Roboto"/>
                <a:cs typeface="Roboto"/>
              </a:rPr>
              <a:t>Final Deliverables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BBA9-B857-B497-2824-B8D1BB81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08" y="29664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Anticipated Issues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79042F-1262-16BE-9B4E-4732DA103D1F}"/>
              </a:ext>
            </a:extLst>
          </p:cNvPr>
          <p:cNvGrpSpPr/>
          <p:nvPr/>
        </p:nvGrpSpPr>
        <p:grpSpPr>
          <a:xfrm>
            <a:off x="2878930" y="1013983"/>
            <a:ext cx="271696" cy="3898472"/>
            <a:chOff x="7027872" y="657723"/>
            <a:chExt cx="271696" cy="389847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F60A57-AD5B-73DC-A6E1-9005CFEC66B6}"/>
                </a:ext>
              </a:extLst>
            </p:cNvPr>
            <p:cNvCxnSpPr/>
            <p:nvPr/>
          </p:nvCxnSpPr>
          <p:spPr>
            <a:xfrm flipH="1">
              <a:off x="7143615" y="657723"/>
              <a:ext cx="36869" cy="3898472"/>
            </a:xfrm>
            <a:prstGeom prst="line">
              <a:avLst/>
            </a:prstGeom>
            <a:ln>
              <a:solidFill>
                <a:srgbClr val="2A2A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57CD00-1FFB-4BCC-E765-B7A661D3BDF4}"/>
                </a:ext>
              </a:extLst>
            </p:cNvPr>
            <p:cNvSpPr/>
            <p:nvPr/>
          </p:nvSpPr>
          <p:spPr>
            <a:xfrm>
              <a:off x="7027872" y="1588301"/>
              <a:ext cx="271696" cy="271696"/>
            </a:xfrm>
            <a:prstGeom prst="ellipse">
              <a:avLst/>
            </a:prstGeom>
            <a:solidFill>
              <a:srgbClr val="4E9D97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E0B1233-A78D-15C7-BC33-19E55C3AC96E}"/>
                </a:ext>
              </a:extLst>
            </p:cNvPr>
            <p:cNvSpPr/>
            <p:nvPr/>
          </p:nvSpPr>
          <p:spPr>
            <a:xfrm>
              <a:off x="7027872" y="3248576"/>
              <a:ext cx="271696" cy="271696"/>
            </a:xfrm>
            <a:prstGeom prst="ellipse">
              <a:avLst/>
            </a:prstGeom>
            <a:solidFill>
              <a:srgbClr val="4E9D97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7913A0F-CF72-4FDB-88E1-67B3978E393F}"/>
              </a:ext>
            </a:extLst>
          </p:cNvPr>
          <p:cNvSpPr txBox="1"/>
          <p:nvPr/>
        </p:nvSpPr>
        <p:spPr>
          <a:xfrm>
            <a:off x="311727" y="1178080"/>
            <a:ext cx="256803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latin typeface="Roboto"/>
                <a:ea typeface="Roboto"/>
                <a:cs typeface="Roboto"/>
              </a:rPr>
              <a:t>Data Challenges</a:t>
            </a:r>
          </a:p>
          <a:p>
            <a:endParaRPr lang="en-US" sz="18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Imbalance &amp; potential data loss</a:t>
            </a: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Missing data in specific radical groups</a:t>
            </a: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High variability in conditions</a:t>
            </a:r>
          </a:p>
          <a:p>
            <a:pPr algn="ctr"/>
            <a:endParaRPr lang="en-US" sz="1800">
              <a:latin typeface="Roboto"/>
              <a:ea typeface="Roboto"/>
              <a:cs typeface="Robo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E07A1-ACA8-8C50-2E37-4D40467EBCD6}"/>
              </a:ext>
            </a:extLst>
          </p:cNvPr>
          <p:cNvSpPr txBox="1"/>
          <p:nvPr/>
        </p:nvSpPr>
        <p:spPr>
          <a:xfrm>
            <a:off x="3373683" y="1178081"/>
            <a:ext cx="237506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latin typeface="Roboto"/>
                <a:ea typeface="Roboto"/>
                <a:cs typeface="Roboto"/>
              </a:rPr>
              <a:t>Modeling Risks</a:t>
            </a:r>
          </a:p>
          <a:p>
            <a:endParaRPr lang="en-US" sz="18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Overfitting in subgroup models</a:t>
            </a: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Hidden dependence on solvent / pH</a:t>
            </a:r>
          </a:p>
          <a:p>
            <a:pPr algn="ctr"/>
            <a:endParaRPr lang="en-US" sz="1800">
              <a:latin typeface="Roboto"/>
              <a:ea typeface="Roboto"/>
              <a:cs typeface="Robot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1EE993-7B9F-15F6-BA1E-B7F651E6FBD2}"/>
              </a:ext>
            </a:extLst>
          </p:cNvPr>
          <p:cNvSpPr txBox="1"/>
          <p:nvPr/>
        </p:nvSpPr>
        <p:spPr>
          <a:xfrm>
            <a:off x="5990575" y="1178081"/>
            <a:ext cx="300594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latin typeface="Roboto"/>
                <a:ea typeface="Roboto"/>
                <a:cs typeface="Roboto"/>
              </a:rPr>
              <a:t>Feature &amp; Clustering Risks</a:t>
            </a:r>
          </a:p>
          <a:p>
            <a:endParaRPr lang="en-US" sz="18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Descriptor redundancy / noise</a:t>
            </a: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Poor cluster separation (not visible in 2D)</a:t>
            </a:r>
          </a:p>
          <a:p>
            <a:pPr marL="228600" indent="-228600">
              <a:buFont typeface=""/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Sparse regions in descriptor space</a:t>
            </a:r>
          </a:p>
          <a:p>
            <a:pPr algn="ctr"/>
            <a:endParaRPr lang="en-US" sz="1800">
              <a:latin typeface="Roboto"/>
              <a:ea typeface="Roboto"/>
              <a:cs typeface="Robot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5AAD56-3249-1243-8407-D6E5DE41E11A}"/>
              </a:ext>
            </a:extLst>
          </p:cNvPr>
          <p:cNvGrpSpPr/>
          <p:nvPr/>
        </p:nvGrpSpPr>
        <p:grpSpPr>
          <a:xfrm>
            <a:off x="5607381" y="1013982"/>
            <a:ext cx="271696" cy="3898472"/>
            <a:chOff x="7027872" y="657723"/>
            <a:chExt cx="271696" cy="389847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8CF4E8-27A5-5EB6-A0AB-248D865AC6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3615" y="657723"/>
              <a:ext cx="36869" cy="3898472"/>
            </a:xfrm>
            <a:prstGeom prst="line">
              <a:avLst/>
            </a:prstGeom>
            <a:ln>
              <a:solidFill>
                <a:srgbClr val="2A2A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88D1E7A-E610-AA8F-DBF7-7A057B1F1F3F}"/>
                </a:ext>
              </a:extLst>
            </p:cNvPr>
            <p:cNvSpPr/>
            <p:nvPr/>
          </p:nvSpPr>
          <p:spPr>
            <a:xfrm>
              <a:off x="7027872" y="1588301"/>
              <a:ext cx="271696" cy="271696"/>
            </a:xfrm>
            <a:prstGeom prst="ellipse">
              <a:avLst/>
            </a:prstGeom>
            <a:solidFill>
              <a:srgbClr val="4E9D97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0301BE6-2356-510A-E4CB-CA0FE11D2685}"/>
                </a:ext>
              </a:extLst>
            </p:cNvPr>
            <p:cNvSpPr/>
            <p:nvPr/>
          </p:nvSpPr>
          <p:spPr>
            <a:xfrm>
              <a:off x="7027872" y="3248576"/>
              <a:ext cx="271696" cy="271696"/>
            </a:xfrm>
            <a:prstGeom prst="ellipse">
              <a:avLst/>
            </a:prstGeom>
            <a:solidFill>
              <a:srgbClr val="4E9D97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522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1954-1E4B-4C2C-84FE-1624BCAE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923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Approach Justification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30A6B-0129-2352-60F9-BB47F2532305}"/>
              </a:ext>
            </a:extLst>
          </p:cNvPr>
          <p:cNvSpPr txBox="1"/>
          <p:nvPr/>
        </p:nvSpPr>
        <p:spPr>
          <a:xfrm>
            <a:off x="313932" y="1458072"/>
            <a:ext cx="852157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SMILES provides a standardized, scalable molecular representation</a:t>
            </a:r>
          </a:p>
          <a:p>
            <a:pPr marL="285750" indent="-285750"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Morgan fingerprints capture structural patterns driving radical reactivity</a:t>
            </a:r>
          </a:p>
          <a:p>
            <a:pPr marL="285750" indent="-285750"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Descriptor-based clustering enables chemically meaningful subgroup modeling</a:t>
            </a:r>
          </a:p>
          <a:p>
            <a:pPr marL="285750" indent="-285750"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Subgroup models may outperform a single global model, helping determine whether a general model or subgroup-specific models provide more accurate and reliable predictions</a:t>
            </a:r>
          </a:p>
          <a:p>
            <a:pPr marL="285750" indent="-285750">
              <a:buChar char="•"/>
            </a:pPr>
            <a:r>
              <a:rPr lang="en-US" sz="1800">
                <a:latin typeface="Roboto"/>
                <a:ea typeface="Roboto"/>
                <a:cs typeface="Roboto"/>
              </a:rPr>
              <a:t>Cross-validation ensures robustness and generalizability</a:t>
            </a:r>
          </a:p>
          <a:p>
            <a:pPr marL="285750" indent="-285750" algn="ctr">
              <a:buChar char="•"/>
            </a:pPr>
            <a:endParaRPr lang="en-US" sz="180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B6E56-3773-1648-74BF-22A74DB10750}"/>
              </a:ext>
            </a:extLst>
          </p:cNvPr>
          <p:cNvSpPr txBox="1"/>
          <p:nvPr/>
        </p:nvSpPr>
        <p:spPr>
          <a:xfrm>
            <a:off x="309387" y="886364"/>
            <a:ext cx="6120762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2A2A68"/>
                </a:solidFill>
                <a:latin typeface="Roboto"/>
                <a:ea typeface="Roboto"/>
                <a:cs typeface="Roboto"/>
              </a:rPr>
              <a:t>Addressing Anticipated Issues with Backup Strategies</a:t>
            </a:r>
            <a:endParaRPr lang="en-US" sz="1800">
              <a:latin typeface="Roboto"/>
              <a:ea typeface="Roboto"/>
              <a:cs typeface="Roboto"/>
            </a:endParaRPr>
          </a:p>
        </p:txBody>
      </p:sp>
      <p:pic>
        <p:nvPicPr>
          <p:cNvPr id="6" name="Google Shape;57;p13" descr="A group of blue cubes with a beaker and a pile of blue cubes&#10;&#10;AI-generated content may be incorrect.">
            <a:extLst>
              <a:ext uri="{FF2B5EF4-FFF2-40B4-BE49-F238E27FC236}">
                <a16:creationId xmlns:a16="http://schemas.microsoft.com/office/drawing/2014/main" id="{8FDF5F06-2208-A828-81B6-7153C7F0C1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08" t="17898" r="21827" b="44938"/>
          <a:stretch/>
        </p:blipFill>
        <p:spPr>
          <a:xfrm>
            <a:off x="4578800" y="3526144"/>
            <a:ext cx="4253501" cy="1529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17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latin typeface="Roboto"/>
                <a:ea typeface="Roboto"/>
                <a:cs typeface="Roboto"/>
              </a:rPr>
              <a:t>Rough Timeline</a:t>
            </a:r>
            <a:endParaRPr lang="en-US"/>
          </a:p>
        </p:txBody>
      </p:sp>
      <p:graphicFrame>
        <p:nvGraphicFramePr>
          <p:cNvPr id="345" name="Google Shape;345;p23"/>
          <p:cNvGraphicFramePr/>
          <p:nvPr>
            <p:extLst>
              <p:ext uri="{D42A27DB-BD31-4B8C-83A1-F6EECF244321}">
                <p14:modId xmlns:p14="http://schemas.microsoft.com/office/powerpoint/2010/main" val="60389943"/>
              </p:ext>
            </p:extLst>
          </p:nvPr>
        </p:nvGraphicFramePr>
        <p:xfrm>
          <a:off x="454741" y="927919"/>
          <a:ext cx="8325793" cy="3910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1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901">
                  <a:extLst>
                    <a:ext uri="{9D8B030D-6E8A-4147-A177-3AD203B41FA5}">
                      <a16:colId xmlns:a16="http://schemas.microsoft.com/office/drawing/2014/main" val="2580599002"/>
                    </a:ext>
                  </a:extLst>
                </a:gridCol>
              </a:tblGrid>
              <a:tr h="6118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1</a:t>
                      </a:r>
                      <a:endParaRPr lang="en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2</a:t>
                      </a:r>
                      <a:endParaRPr lang="en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3</a:t>
                      </a:r>
                      <a:endParaRPr lang="en-US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4</a:t>
                      </a:r>
                      <a:endParaRPr lang="en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7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</a:lnR>
                    <a:lnT w="9525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4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</a:lnR>
                    <a:lnT w="0">
                      <a:noFill/>
                    </a:lnT>
                    <a:lnB w="9525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46" name="Google Shape;346;p23"/>
          <p:cNvGrpSpPr/>
          <p:nvPr/>
        </p:nvGrpSpPr>
        <p:grpSpPr>
          <a:xfrm>
            <a:off x="3089109" y="2028900"/>
            <a:ext cx="1931387" cy="857358"/>
            <a:chOff x="2770409" y="2028900"/>
            <a:chExt cx="2745961" cy="857358"/>
          </a:xfrm>
        </p:grpSpPr>
        <p:sp>
          <p:nvSpPr>
            <p:cNvPr id="347" name="Google Shape;347;p23"/>
            <p:cNvSpPr/>
            <p:nvPr/>
          </p:nvSpPr>
          <p:spPr>
            <a:xfrm>
              <a:off x="2770409" y="2028900"/>
              <a:ext cx="1912029" cy="389835"/>
            </a:xfrm>
            <a:prstGeom prst="homePlate">
              <a:avLst>
                <a:gd name="adj" fmla="val 50000"/>
              </a:avLst>
            </a:prstGeom>
            <a:solidFill>
              <a:srgbClr val="B6D3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Preprocessing</a:t>
              </a:r>
              <a:endParaRPr lang="en" sz="1200">
                <a:ea typeface="Roboto"/>
              </a:endParaRPr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3318152" y="2457451"/>
              <a:ext cx="2198218" cy="428807"/>
            </a:xfrm>
            <a:prstGeom prst="roundRect">
              <a:avLst>
                <a:gd name="adj" fmla="val 16667"/>
              </a:avLst>
            </a:prstGeom>
            <a:solidFill>
              <a:srgbClr val="B6D3D1">
                <a:alpha val="56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Data Cleaning &amp; Standardization</a:t>
              </a:r>
            </a:p>
          </p:txBody>
        </p:sp>
      </p:grpSp>
      <p:grpSp>
        <p:nvGrpSpPr>
          <p:cNvPr id="366" name="Google Shape;366;p23"/>
          <p:cNvGrpSpPr/>
          <p:nvPr/>
        </p:nvGrpSpPr>
        <p:grpSpPr>
          <a:xfrm>
            <a:off x="457200" y="1504875"/>
            <a:ext cx="3868149" cy="371475"/>
            <a:chOff x="457200" y="1504875"/>
            <a:chExt cx="7636640" cy="371475"/>
          </a:xfrm>
        </p:grpSpPr>
        <p:sp>
          <p:nvSpPr>
            <p:cNvPr id="367" name="Google Shape;367;p23"/>
            <p:cNvSpPr/>
            <p:nvPr/>
          </p:nvSpPr>
          <p:spPr>
            <a:xfrm>
              <a:off x="457200" y="1504950"/>
              <a:ext cx="4338769" cy="371400"/>
            </a:xfrm>
            <a:prstGeom prst="homePlate">
              <a:avLst>
                <a:gd name="adj" fmla="val 50000"/>
              </a:avLst>
            </a:prstGeom>
            <a:solidFill>
              <a:srgbClr val="FBDE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Literature Data Collection</a:t>
              </a:r>
              <a:endParaRPr lang="en" sz="1200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4816598" y="1504875"/>
              <a:ext cx="3277242" cy="371400"/>
            </a:xfrm>
            <a:prstGeom prst="roundRect">
              <a:avLst>
                <a:gd name="adj" fmla="val 16667"/>
              </a:avLst>
            </a:prstGeom>
            <a:solidFill>
              <a:srgbClr val="FEF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>
                  <a:ea typeface="Roboto"/>
                  <a:sym typeface="Roboto"/>
                </a:rPr>
                <a:t>Structured dataset creation</a:t>
              </a:r>
              <a:endParaRPr lang="en-US"/>
            </a:p>
          </p:txBody>
        </p:sp>
      </p:grpSp>
      <p:sp>
        <p:nvSpPr>
          <p:cNvPr id="370" name="Google Shape;370;p23"/>
          <p:cNvSpPr/>
          <p:nvPr/>
        </p:nvSpPr>
        <p:spPr>
          <a:xfrm>
            <a:off x="4569315" y="3383417"/>
            <a:ext cx="1173727" cy="432853"/>
          </a:xfrm>
          <a:prstGeom prst="homePlate">
            <a:avLst>
              <a:gd name="adj" fmla="val 50000"/>
            </a:avLst>
          </a:prstGeom>
          <a:solidFill>
            <a:srgbClr val="BFB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Feature Engineering</a:t>
            </a:r>
            <a:endParaRPr lang="en-US"/>
          </a:p>
        </p:txBody>
      </p:sp>
      <p:sp>
        <p:nvSpPr>
          <p:cNvPr id="373" name="Google Shape;373;p23"/>
          <p:cNvSpPr/>
          <p:nvPr/>
        </p:nvSpPr>
        <p:spPr>
          <a:xfrm>
            <a:off x="3833481" y="2944759"/>
            <a:ext cx="1562282" cy="371400"/>
          </a:xfrm>
          <a:prstGeom prst="homePlate">
            <a:avLst>
              <a:gd name="adj" fmla="val 50000"/>
            </a:avLst>
          </a:prstGeom>
          <a:solidFill>
            <a:srgbClr val="FBDE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Exploration Phase</a:t>
            </a:r>
            <a:endParaRPr lang="en-US"/>
          </a:p>
        </p:txBody>
      </p:sp>
      <p:sp>
        <p:nvSpPr>
          <p:cNvPr id="3" name="Google Shape;367;p23">
            <a:extLst>
              <a:ext uri="{FF2B5EF4-FFF2-40B4-BE49-F238E27FC236}">
                <a16:creationId xmlns:a16="http://schemas.microsoft.com/office/drawing/2014/main" id="{947F6032-C7A0-E553-C874-7CFFEE298C68}"/>
              </a:ext>
            </a:extLst>
          </p:cNvPr>
          <p:cNvSpPr/>
          <p:nvPr/>
        </p:nvSpPr>
        <p:spPr>
          <a:xfrm>
            <a:off x="5741955" y="3385693"/>
            <a:ext cx="1776849" cy="433577"/>
          </a:xfrm>
          <a:prstGeom prst="homePlate">
            <a:avLst>
              <a:gd name="adj" fmla="val 50000"/>
            </a:avLst>
          </a:prstGeom>
          <a:solidFill>
            <a:srgbClr val="4E9D97">
              <a:alpha val="4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Model Development</a:t>
            </a:r>
            <a:endParaRPr lang="en-US"/>
          </a:p>
        </p:txBody>
      </p:sp>
      <p:sp>
        <p:nvSpPr>
          <p:cNvPr id="6" name="Google Shape;370;p23">
            <a:extLst>
              <a:ext uri="{FF2B5EF4-FFF2-40B4-BE49-F238E27FC236}">
                <a16:creationId xmlns:a16="http://schemas.microsoft.com/office/drawing/2014/main" id="{E0B6B8FC-D1EB-A14D-A88E-2ED03CE22156}"/>
              </a:ext>
            </a:extLst>
          </p:cNvPr>
          <p:cNvSpPr/>
          <p:nvPr/>
        </p:nvSpPr>
        <p:spPr>
          <a:xfrm>
            <a:off x="7185375" y="3877051"/>
            <a:ext cx="1594831" cy="432851"/>
          </a:xfrm>
          <a:prstGeom prst="homePlate">
            <a:avLst>
              <a:gd name="adj" fmla="val 50000"/>
            </a:avLst>
          </a:prstGeom>
          <a:solidFill>
            <a:srgbClr val="BFB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Model Evaluation &amp; Ranking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2C7D917-C489-EF26-7F81-B14A15C6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>
            <a:extLst>
              <a:ext uri="{FF2B5EF4-FFF2-40B4-BE49-F238E27FC236}">
                <a16:creationId xmlns:a16="http://schemas.microsoft.com/office/drawing/2014/main" id="{4416EB28-304F-D18A-9509-8855E822E9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6804561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latin typeface="Roboto"/>
                <a:ea typeface="Roboto"/>
                <a:cs typeface="Roboto"/>
              </a:rPr>
              <a:t>Current Stage and Challenges facing</a:t>
            </a:r>
            <a:endParaRPr lang="en-US"/>
          </a:p>
        </p:txBody>
      </p:sp>
      <p:graphicFrame>
        <p:nvGraphicFramePr>
          <p:cNvPr id="345" name="Google Shape;345;p23">
            <a:extLst>
              <a:ext uri="{FF2B5EF4-FFF2-40B4-BE49-F238E27FC236}">
                <a16:creationId xmlns:a16="http://schemas.microsoft.com/office/drawing/2014/main" id="{E9C6F7B5-7218-0909-E22F-B3E939F0DF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88128"/>
              </p:ext>
            </p:extLst>
          </p:nvPr>
        </p:nvGraphicFramePr>
        <p:xfrm>
          <a:off x="454741" y="927919"/>
          <a:ext cx="4672844" cy="1873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7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8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1</a:t>
                      </a:r>
                      <a:endParaRPr lang="en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Week 2</a:t>
                      </a:r>
                      <a:endParaRPr lang="en"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699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46" name="Google Shape;346;p23">
            <a:extLst>
              <a:ext uri="{FF2B5EF4-FFF2-40B4-BE49-F238E27FC236}">
                <a16:creationId xmlns:a16="http://schemas.microsoft.com/office/drawing/2014/main" id="{5E5ADD99-4499-1852-0F1C-CA1569A275B1}"/>
              </a:ext>
            </a:extLst>
          </p:cNvPr>
          <p:cNvGrpSpPr/>
          <p:nvPr/>
        </p:nvGrpSpPr>
        <p:grpSpPr>
          <a:xfrm>
            <a:off x="3435015" y="1893545"/>
            <a:ext cx="1765941" cy="849741"/>
            <a:chOff x="3967828" y="1893545"/>
            <a:chExt cx="2510738" cy="849741"/>
          </a:xfrm>
        </p:grpSpPr>
        <p:sp>
          <p:nvSpPr>
            <p:cNvPr id="347" name="Google Shape;347;p23">
              <a:extLst>
                <a:ext uri="{FF2B5EF4-FFF2-40B4-BE49-F238E27FC236}">
                  <a16:creationId xmlns:a16="http://schemas.microsoft.com/office/drawing/2014/main" id="{8A7B0F45-CFCD-9F9A-60A9-96B37C39727C}"/>
                </a:ext>
              </a:extLst>
            </p:cNvPr>
            <p:cNvSpPr/>
            <p:nvPr/>
          </p:nvSpPr>
          <p:spPr>
            <a:xfrm>
              <a:off x="3967828" y="1893545"/>
              <a:ext cx="2510738" cy="434952"/>
            </a:xfrm>
            <a:prstGeom prst="homePlate">
              <a:avLst>
                <a:gd name="adj" fmla="val 50000"/>
              </a:avLst>
            </a:prstGeom>
            <a:solidFill>
              <a:srgbClr val="B6D3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Preprocessing</a:t>
              </a:r>
              <a:endParaRPr lang="en" sz="1200">
                <a:ea typeface="Roboto"/>
              </a:endParaRPr>
            </a:p>
          </p:txBody>
        </p:sp>
        <p:sp>
          <p:nvSpPr>
            <p:cNvPr id="348" name="Google Shape;348;p23">
              <a:extLst>
                <a:ext uri="{FF2B5EF4-FFF2-40B4-BE49-F238E27FC236}">
                  <a16:creationId xmlns:a16="http://schemas.microsoft.com/office/drawing/2014/main" id="{735D75C0-9A3F-95F1-BABB-888DA72199CD}"/>
                </a:ext>
              </a:extLst>
            </p:cNvPr>
            <p:cNvSpPr/>
            <p:nvPr/>
          </p:nvSpPr>
          <p:spPr>
            <a:xfrm>
              <a:off x="4472806" y="2397292"/>
              <a:ext cx="1891365" cy="345994"/>
            </a:xfrm>
            <a:prstGeom prst="roundRect">
              <a:avLst>
                <a:gd name="adj" fmla="val 16667"/>
              </a:avLst>
            </a:prstGeom>
            <a:solidFill>
              <a:srgbClr val="B6D3D1">
                <a:alpha val="56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Data Cleaning &amp; Standardization</a:t>
              </a:r>
            </a:p>
          </p:txBody>
        </p:sp>
      </p:grpSp>
      <p:grpSp>
        <p:nvGrpSpPr>
          <p:cNvPr id="366" name="Google Shape;366;p23">
            <a:extLst>
              <a:ext uri="{FF2B5EF4-FFF2-40B4-BE49-F238E27FC236}">
                <a16:creationId xmlns:a16="http://schemas.microsoft.com/office/drawing/2014/main" id="{223345EA-AE51-A07B-F977-2E3E7759E534}"/>
              </a:ext>
            </a:extLst>
          </p:cNvPr>
          <p:cNvGrpSpPr/>
          <p:nvPr/>
        </p:nvGrpSpPr>
        <p:grpSpPr>
          <a:xfrm>
            <a:off x="457200" y="1504875"/>
            <a:ext cx="4672762" cy="371475"/>
            <a:chOff x="457200" y="1504875"/>
            <a:chExt cx="9225135" cy="371475"/>
          </a:xfrm>
        </p:grpSpPr>
        <p:sp>
          <p:nvSpPr>
            <p:cNvPr id="367" name="Google Shape;367;p23">
              <a:extLst>
                <a:ext uri="{FF2B5EF4-FFF2-40B4-BE49-F238E27FC236}">
                  <a16:creationId xmlns:a16="http://schemas.microsoft.com/office/drawing/2014/main" id="{5BB06A85-E2D0-F7C7-FAE3-53C912E5AC30}"/>
                </a:ext>
              </a:extLst>
            </p:cNvPr>
            <p:cNvSpPr/>
            <p:nvPr/>
          </p:nvSpPr>
          <p:spPr>
            <a:xfrm>
              <a:off x="457200" y="1504950"/>
              <a:ext cx="4338769" cy="371400"/>
            </a:xfrm>
            <a:prstGeom prst="homePlate">
              <a:avLst>
                <a:gd name="adj" fmla="val 50000"/>
              </a:avLst>
            </a:prstGeom>
            <a:solidFill>
              <a:srgbClr val="FBDE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ea typeface="Roboto"/>
                  <a:sym typeface="Roboto"/>
                </a:rPr>
                <a:t>Literature Data Collection</a:t>
              </a:r>
              <a:endParaRPr lang="en" sz="1200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368" name="Google Shape;368;p23">
              <a:extLst>
                <a:ext uri="{FF2B5EF4-FFF2-40B4-BE49-F238E27FC236}">
                  <a16:creationId xmlns:a16="http://schemas.microsoft.com/office/drawing/2014/main" id="{BEC2981A-CAE1-8526-6995-307FF1329613}"/>
                </a:ext>
              </a:extLst>
            </p:cNvPr>
            <p:cNvSpPr/>
            <p:nvPr/>
          </p:nvSpPr>
          <p:spPr>
            <a:xfrm>
              <a:off x="4831445" y="1504875"/>
              <a:ext cx="4850890" cy="356361"/>
            </a:xfrm>
            <a:prstGeom prst="roundRect">
              <a:avLst>
                <a:gd name="adj" fmla="val 16667"/>
              </a:avLst>
            </a:prstGeom>
            <a:solidFill>
              <a:srgbClr val="FEF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>
                  <a:ea typeface="Roboto"/>
                  <a:sym typeface="Roboto"/>
                </a:rPr>
                <a:t>Structured dataset creation</a:t>
              </a:r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A2C64F-F20E-35B5-4DC7-6FB8BFF6AA89}"/>
              </a:ext>
            </a:extLst>
          </p:cNvPr>
          <p:cNvSpPr txBox="1"/>
          <p:nvPr/>
        </p:nvSpPr>
        <p:spPr>
          <a:xfrm>
            <a:off x="452747" y="2957698"/>
            <a:ext cx="7808026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• Variability in:</a:t>
            </a:r>
            <a:br>
              <a:rPr lang="en-US" sz="1600"/>
            </a:br>
            <a:r>
              <a:rPr lang="en-US" sz="1600"/>
              <a:t> - Temperature (e.g., 333K vs 400K)</a:t>
            </a:r>
            <a:br>
              <a:rPr lang="en-US" sz="1600"/>
            </a:br>
            <a:r>
              <a:rPr lang="en-US" sz="1600"/>
              <a:t> - Units &amp; notation formats</a:t>
            </a:r>
            <a:br>
              <a:rPr lang="en-US" sz="1600"/>
            </a:br>
            <a:r>
              <a:rPr lang="en-US" sz="1600"/>
              <a:t> - Reaction mechanisms &amp; solvent systems</a:t>
            </a:r>
          </a:p>
          <a:p>
            <a:r>
              <a:rPr lang="en-US" sz="1600"/>
              <a:t>• Working on: </a:t>
            </a:r>
            <a:br>
              <a:rPr lang="en-US" sz="1600"/>
            </a:br>
            <a:r>
              <a:rPr lang="en-US" sz="1600"/>
              <a:t> - Standardizing units and naming conventions</a:t>
            </a:r>
            <a:br>
              <a:rPr lang="en-US" sz="1600"/>
            </a:br>
            <a:r>
              <a:rPr lang="en-US" sz="1600"/>
              <a:t> - Normalize temperature-dependent values where feasible</a:t>
            </a:r>
            <a:br>
              <a:rPr lang="en-US" sz="1600"/>
            </a:br>
            <a:r>
              <a:rPr lang="en-US" sz="1600"/>
              <a:t> - Minimize data loss </a:t>
            </a:r>
            <a:r>
              <a:rPr lang="en-US" sz="1600">
                <a:latin typeface="Roboto"/>
                <a:ea typeface="Roboto"/>
                <a:cs typeface="Roboto"/>
              </a:rPr>
              <a:t>during</a:t>
            </a:r>
            <a:r>
              <a:rPr lang="en-US" sz="1600"/>
              <a:t>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A8204-0042-49FA-BD5C-C08177D14327}"/>
              </a:ext>
            </a:extLst>
          </p:cNvPr>
          <p:cNvSpPr txBox="1"/>
          <p:nvPr/>
        </p:nvSpPr>
        <p:spPr>
          <a:xfrm>
            <a:off x="5465948" y="1020536"/>
            <a:ext cx="328798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baseline="0">
                <a:latin typeface="Roboto"/>
                <a:ea typeface="Roboto"/>
                <a:cs typeface="Roboto"/>
              </a:rPr>
              <a:t>Collecting kinetic data </a:t>
            </a:r>
            <a:r>
              <a:rPr lang="en-US" sz="1800">
                <a:latin typeface="Roboto"/>
                <a:ea typeface="Roboto"/>
                <a:cs typeface="Roboto"/>
              </a:rPr>
              <a:t>from multiple</a:t>
            </a:r>
            <a:r>
              <a:rPr lang="en-US" sz="1800" baseline="0">
                <a:latin typeface="Roboto"/>
                <a:ea typeface="Roboto"/>
                <a:cs typeface="Roboto"/>
              </a:rPr>
              <a:t> literature sources</a:t>
            </a:r>
            <a:r>
              <a:rPr sz="1800">
                <a:latin typeface="Roboto"/>
                <a:ea typeface="Roboto"/>
                <a:cs typeface="Roboto"/>
              </a:rPr>
              <a:t>​</a:t>
            </a:r>
            <a:endParaRPr lang="en-US">
              <a:ea typeface="Roboto"/>
            </a:endParaRPr>
          </a:p>
          <a:p>
            <a:pPr marL="285750" indent="-285750">
              <a:buChar char="•"/>
            </a:pPr>
            <a:r>
              <a:rPr lang="en-US" sz="1800" baseline="0">
                <a:latin typeface="Roboto"/>
                <a:ea typeface="Roboto"/>
                <a:cs typeface="Roboto"/>
              </a:rPr>
              <a:t>Limited studies under consistent environmental conditions</a:t>
            </a:r>
            <a:endParaRPr lang="en-US"/>
          </a:p>
          <a:p>
            <a:pPr algn="ctr"/>
            <a:endParaRPr lang="en-US" sz="18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3166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of chemical formulas&#10;&#10;AI-generated content may be incorrect.">
            <a:extLst>
              <a:ext uri="{FF2B5EF4-FFF2-40B4-BE49-F238E27FC236}">
                <a16:creationId xmlns:a16="http://schemas.microsoft.com/office/drawing/2014/main" id="{01469051-C06F-841C-5E6E-817EBC42E0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0" r="7702" b="-243"/>
          <a:stretch>
            <a:fillRect/>
          </a:stretch>
        </p:blipFill>
        <p:spPr>
          <a:xfrm>
            <a:off x="-122" y="1072"/>
            <a:ext cx="5336707" cy="306103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4" name="Picture 3" descr="A table of chemical formulas&#10;&#10;AI-generated content may be incorrect.">
            <a:extLst>
              <a:ext uri="{FF2B5EF4-FFF2-40B4-BE49-F238E27FC236}">
                <a16:creationId xmlns:a16="http://schemas.microsoft.com/office/drawing/2014/main" id="{06155C53-B12C-6A64-EE85-FF4A29FEDF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3" b="32179"/>
          <a:stretch>
            <a:fillRect/>
          </a:stretch>
        </p:blipFill>
        <p:spPr>
          <a:xfrm>
            <a:off x="3139275" y="1053934"/>
            <a:ext cx="5930783" cy="4022769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2A3EE-1DFD-CD33-BA18-B307FED492EE}"/>
              </a:ext>
            </a:extLst>
          </p:cNvPr>
          <p:cNvSpPr txBox="1"/>
          <p:nvPr/>
        </p:nvSpPr>
        <p:spPr>
          <a:xfrm>
            <a:off x="5870864" y="760763"/>
            <a:ext cx="342900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 strike="noStrike">
                <a:solidFill>
                  <a:schemeClr val="tx1"/>
                </a:solidFill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https://doi.org/10.1201/9781351072373</a:t>
            </a:r>
            <a:endParaRPr lang="en-US">
              <a:solidFill>
                <a:schemeClr val="tx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D63EC-EC5C-B22B-BDCD-9504780EBD39}"/>
              </a:ext>
            </a:extLst>
          </p:cNvPr>
          <p:cNvSpPr txBox="1"/>
          <p:nvPr/>
        </p:nvSpPr>
        <p:spPr>
          <a:xfrm>
            <a:off x="0" y="3061607"/>
            <a:ext cx="28278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https://doi.org/10.1063/1.555854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0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C55E-007B-1FBC-6AB3-41608316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We Did It- Primary Dataset Ready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00C01-0290-C4E8-0F1D-257C8E591AD8}"/>
              </a:ext>
            </a:extLst>
          </p:cNvPr>
          <p:cNvSpPr txBox="1"/>
          <p:nvPr/>
        </p:nvSpPr>
        <p:spPr>
          <a:xfrm>
            <a:off x="311727" y="1042802"/>
            <a:ext cx="84314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~90% of primary dataset consolidated (major source completed)</a:t>
            </a:r>
            <a:r>
              <a:rPr sz="18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​</a:t>
            </a:r>
            <a:endParaRPr lang="en-US" sz="1800">
              <a:latin typeface="Roboto"/>
              <a:ea typeface="Roboto"/>
              <a:cs typeface="Roboto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800">
                <a:latin typeface="Roboto"/>
                <a:ea typeface="Roboto"/>
                <a:cs typeface="Roboto"/>
              </a:rPr>
              <a:t>640 entries with phenol, hydroxylamine, amine, and </a:t>
            </a:r>
            <a:r>
              <a:rPr lang="en-US" sz="1800" err="1">
                <a:latin typeface="Roboto"/>
                <a:ea typeface="Roboto"/>
                <a:cs typeface="Roboto"/>
              </a:rPr>
              <a:t>phenoxyl</a:t>
            </a:r>
            <a:r>
              <a:rPr lang="en-US" sz="1800">
                <a:latin typeface="Roboto"/>
                <a:ea typeface="Roboto"/>
                <a:cs typeface="Roboto"/>
              </a:rPr>
              <a:t> subgroups</a:t>
            </a:r>
          </a:p>
          <a:p>
            <a:pPr marL="285750" indent="-285750"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SMILES extracted for molecular encoding</a:t>
            </a:r>
            <a:r>
              <a:rPr sz="18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​</a:t>
            </a:r>
            <a:endParaRPr lang="en-US" sz="1800">
              <a:latin typeface="Roboto"/>
              <a:ea typeface="Roboto"/>
              <a:cs typeface="Roboto"/>
            </a:endParaRPr>
          </a:p>
          <a:p>
            <a:pPr marL="285750" indent="-285750"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Currently evaluating best molecular representations (Morgan fingerprints, descriptors)</a:t>
            </a:r>
            <a:r>
              <a:rPr sz="18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​</a:t>
            </a:r>
            <a:endParaRPr lang="en-US" sz="1800">
              <a:latin typeface="Roboto"/>
              <a:ea typeface="Roboto"/>
              <a:cs typeface="Roboto"/>
            </a:endParaRPr>
          </a:p>
          <a:p>
            <a:pPr marL="285750" indent="-285750" algn="ctr">
              <a:buChar char="•"/>
            </a:pPr>
            <a:endParaRPr lang="en-US" sz="1800">
              <a:latin typeface="Roboto"/>
              <a:ea typeface="Roboto"/>
              <a:cs typeface="Roboto"/>
            </a:endParaRPr>
          </a:p>
        </p:txBody>
      </p:sp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1D62A5B4-C90C-3452-5C13-DA2E7206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2521"/>
            <a:ext cx="9144000" cy="245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58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</a:rPr>
              <a:t>Expected Results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A831C0A-E280-1FE4-AEF4-5202E5589ACB}"/>
              </a:ext>
            </a:extLst>
          </p:cNvPr>
          <p:cNvSpPr txBox="1"/>
          <p:nvPr/>
        </p:nvSpPr>
        <p:spPr>
          <a:xfrm>
            <a:off x="393290" y="1271536"/>
            <a:ext cx="386914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Roboto"/>
                <a:ea typeface="Roboto"/>
                <a:cs typeface="Roboto"/>
              </a:rPr>
              <a:t>Technical Outcomes</a:t>
            </a:r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pPr marL="285750" indent="-285750"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Expanded radical reactivity models beyond hydroxyl radicals</a:t>
            </a:r>
          </a:p>
          <a:p>
            <a:pPr marL="285750" indent="-285750"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Improved prediction accuracy for polymer-relevant radicals</a:t>
            </a:r>
          </a:p>
          <a:p>
            <a:pPr marL="285750" indent="-285750"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Identification of key structure–reactivity relationships</a:t>
            </a:r>
          </a:p>
          <a:p>
            <a:pPr marL="285750" indent="-285750"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Quantified benefit of subgroup-specific modeling</a:t>
            </a:r>
          </a:p>
          <a:p>
            <a:pPr marL="285750" indent="-285750"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Analytical understanding of structure-property relationships in antioxidant radical scavenging</a:t>
            </a:r>
          </a:p>
          <a:p>
            <a:pPr marL="285750" indent="-285750" algn="ctr"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1BFE1DD-0360-0B34-3C20-4868A3BFF0DE}"/>
              </a:ext>
            </a:extLst>
          </p:cNvPr>
          <p:cNvSpPr txBox="1"/>
          <p:nvPr/>
        </p:nvSpPr>
        <p:spPr>
          <a:xfrm>
            <a:off x="4719483" y="1268975"/>
            <a:ext cx="411111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Roboto"/>
                <a:ea typeface="Roboto"/>
                <a:cs typeface="Roboto"/>
              </a:rPr>
              <a:t>Business &amp; Strategic</a:t>
            </a:r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r>
              <a:rPr lang="en-US" sz="1600">
                <a:latin typeface="Roboto"/>
                <a:ea typeface="Roboto"/>
                <a:cs typeface="Roboto"/>
              </a:rPr>
              <a:t>• Accelerated stabilizer development cycle</a:t>
            </a:r>
            <a:br>
              <a:rPr lang="en-US" sz="1600">
                <a:latin typeface="Roboto"/>
                <a:ea typeface="Roboto"/>
                <a:cs typeface="Roboto"/>
              </a:rPr>
            </a:br>
            <a:r>
              <a:rPr lang="en-US" sz="1600">
                <a:latin typeface="Roboto"/>
                <a:ea typeface="Roboto"/>
                <a:cs typeface="Roboto"/>
              </a:rPr>
              <a:t>• Reduced experimental screening &amp; resource use</a:t>
            </a:r>
            <a:br>
              <a:rPr lang="en-US" sz="1600">
                <a:latin typeface="Roboto"/>
                <a:ea typeface="Roboto"/>
                <a:cs typeface="Roboto"/>
              </a:rPr>
            </a:br>
            <a:r>
              <a:rPr lang="en-US" sz="1600">
                <a:latin typeface="Roboto"/>
                <a:ea typeface="Roboto"/>
                <a:cs typeface="Roboto"/>
              </a:rPr>
              <a:t>• Support for sustainable material innovation</a:t>
            </a:r>
            <a:br>
              <a:rPr lang="en-US" sz="1600">
                <a:latin typeface="Roboto"/>
                <a:ea typeface="Roboto"/>
                <a:cs typeface="Roboto"/>
              </a:rPr>
            </a:br>
            <a:r>
              <a:rPr lang="en-US" sz="1600">
                <a:latin typeface="Roboto"/>
                <a:ea typeface="Roboto"/>
                <a:cs typeface="Roboto"/>
              </a:rPr>
              <a:t>• Data-driven decision support for polymer applications</a:t>
            </a:r>
            <a:br>
              <a:rPr lang="en-US" sz="1600">
                <a:latin typeface="Roboto"/>
                <a:ea typeface="Roboto"/>
                <a:cs typeface="Roboto"/>
              </a:rPr>
            </a:br>
            <a:r>
              <a:rPr lang="en-US" sz="1600">
                <a:latin typeface="Roboto"/>
                <a:ea typeface="Roboto"/>
                <a:cs typeface="Roboto"/>
              </a:rPr>
              <a:t>• Scalable digital framework for future sulfur-based specialties</a:t>
            </a: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5C2AC7D6-03AE-312E-C077-9D025EF2D736}"/>
              </a:ext>
            </a:extLst>
          </p:cNvPr>
          <p:cNvCxnSpPr/>
          <p:nvPr/>
        </p:nvCxnSpPr>
        <p:spPr>
          <a:xfrm flipH="1">
            <a:off x="4371590" y="1027470"/>
            <a:ext cx="30725" cy="3781713"/>
          </a:xfrm>
          <a:prstGeom prst="line">
            <a:avLst/>
          </a:prstGeom>
          <a:ln>
            <a:solidFill>
              <a:srgbClr val="2A2A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>
            <a:extLst>
              <a:ext uri="{FF2B5EF4-FFF2-40B4-BE49-F238E27FC236}">
                <a16:creationId xmlns:a16="http://schemas.microsoft.com/office/drawing/2014/main" id="{F9E90ED4-16FE-DABF-0F0A-A13978F5640A}"/>
              </a:ext>
            </a:extLst>
          </p:cNvPr>
          <p:cNvSpPr/>
          <p:nvPr/>
        </p:nvSpPr>
        <p:spPr>
          <a:xfrm>
            <a:off x="4265583" y="1613682"/>
            <a:ext cx="271696" cy="271696"/>
          </a:xfrm>
          <a:prstGeom prst="ellipse">
            <a:avLst/>
          </a:prstGeom>
          <a:solidFill>
            <a:srgbClr val="4E9D97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C20E349B-7F45-CF94-0FF5-6D217A2E8B01}"/>
              </a:ext>
            </a:extLst>
          </p:cNvPr>
          <p:cNvSpPr/>
          <p:nvPr/>
        </p:nvSpPr>
        <p:spPr>
          <a:xfrm>
            <a:off x="4253293" y="3374832"/>
            <a:ext cx="271696" cy="271696"/>
          </a:xfrm>
          <a:prstGeom prst="ellipse">
            <a:avLst/>
          </a:prstGeom>
          <a:solidFill>
            <a:srgbClr val="4E9D97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04AD0A-18E4-4817-CB9A-95BCE69D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707B12-9252-B540-278D-A8C8475D02BF}"/>
              </a:ext>
            </a:extLst>
          </p:cNvPr>
          <p:cNvSpPr/>
          <p:nvPr/>
        </p:nvSpPr>
        <p:spPr>
          <a:xfrm>
            <a:off x="3568211" y="3275135"/>
            <a:ext cx="2014902" cy="1238249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2A40E-A974-D7C3-D525-115FFDB4890F}"/>
              </a:ext>
            </a:extLst>
          </p:cNvPr>
          <p:cNvSpPr txBox="1"/>
          <p:nvPr/>
        </p:nvSpPr>
        <p:spPr>
          <a:xfrm>
            <a:off x="3363057" y="3165231"/>
            <a:ext cx="27036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384000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daa6760-dc32-42b1-9af8-b6b7dd0c31e7}" enabled="1" method="Standard" siteId="{9fdb1b0c-e154-4e66-9ecb-b70f283e1e7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Simple Light</vt:lpstr>
      <vt:lpstr>Modeling Heat Stabilizer Performance​ for Polymer Formulations</vt:lpstr>
      <vt:lpstr>About Arkema</vt:lpstr>
      <vt:lpstr>Problem Statement</vt:lpstr>
      <vt:lpstr>Project Objective</vt:lpstr>
      <vt:lpstr>Proposed Approach </vt:lpstr>
      <vt:lpstr>Anticipated Issues</vt:lpstr>
      <vt:lpstr>Approach Justification</vt:lpstr>
      <vt:lpstr>Rough Timeline</vt:lpstr>
      <vt:lpstr>Current Stage and Challenges facing</vt:lpstr>
      <vt:lpstr>PowerPoint Presentation</vt:lpstr>
      <vt:lpstr>We Did It- Primary Dataset Ready !</vt:lpstr>
      <vt:lpstr>Expected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2026-03-02T20:20:21Z</dcterms:modified>
</cp:coreProperties>
</file>